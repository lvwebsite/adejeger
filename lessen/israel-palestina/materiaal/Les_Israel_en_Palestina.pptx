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68" r:id="rId2"/>
    <p:sldId id="406" r:id="rId3"/>
    <p:sldId id="388" r:id="rId4"/>
    <p:sldId id="390" r:id="rId5"/>
    <p:sldId id="389" r:id="rId6"/>
    <p:sldId id="391" r:id="rId7"/>
    <p:sldId id="369" r:id="rId8"/>
    <p:sldId id="370" r:id="rId9"/>
    <p:sldId id="372" r:id="rId10"/>
    <p:sldId id="392" r:id="rId11"/>
    <p:sldId id="386" r:id="rId12"/>
    <p:sldId id="387" r:id="rId13"/>
    <p:sldId id="373" r:id="rId14"/>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94"/>
  </p:normalViewPr>
  <p:slideViewPr>
    <p:cSldViewPr snapToGrid="0">
      <p:cViewPr varScale="1">
        <p:scale>
          <a:sx n="104" d="100"/>
          <a:sy n="104" d="100"/>
        </p:scale>
        <p:origin x="232" y="5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D1D068-BBD2-4AB9-AC25-532A4F2F41EA}"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7ABCDF12-644E-4DEF-8342-F60FB2134489}">
      <dgm:prSet/>
      <dgm:spPr/>
      <dgm:t>
        <a:bodyPr/>
        <a:lstStyle/>
        <a:p>
          <a:r>
            <a:rPr lang="nl-NL"/>
            <a:t>- Koppelen we wat we geleerd hebben over Islam en Jodendom aan het conflict in Israel Palestina</a:t>
          </a:r>
          <a:endParaRPr lang="en-US"/>
        </a:p>
      </dgm:t>
    </dgm:pt>
    <dgm:pt modelId="{0B14D302-A99B-4F3F-A086-44450255680A}" type="parTrans" cxnId="{933132D9-8648-463D-9A21-CD193D3BF5B5}">
      <dgm:prSet/>
      <dgm:spPr/>
      <dgm:t>
        <a:bodyPr/>
        <a:lstStyle/>
        <a:p>
          <a:endParaRPr lang="en-US"/>
        </a:p>
      </dgm:t>
    </dgm:pt>
    <dgm:pt modelId="{7ABAAEEF-6A15-45E2-B159-39F6CCD50C4B}" type="sibTrans" cxnId="{933132D9-8648-463D-9A21-CD193D3BF5B5}">
      <dgm:prSet/>
      <dgm:spPr/>
      <dgm:t>
        <a:bodyPr/>
        <a:lstStyle/>
        <a:p>
          <a:endParaRPr lang="en-US"/>
        </a:p>
      </dgm:t>
    </dgm:pt>
    <dgm:pt modelId="{DCC82204-0EA7-424A-9BD5-604C84C8153E}">
      <dgm:prSet/>
      <dgm:spPr/>
      <dgm:t>
        <a:bodyPr/>
        <a:lstStyle/>
        <a:p>
          <a:r>
            <a:rPr lang="nl-NL"/>
            <a:t>- Aan het eind van de les kunnen jullie uitleggen waarom mensen voor of tegen een Israëlische staat zijn</a:t>
          </a:r>
          <a:endParaRPr lang="en-US"/>
        </a:p>
      </dgm:t>
    </dgm:pt>
    <dgm:pt modelId="{DF694F62-F517-45E4-A834-653717ADE3B1}" type="parTrans" cxnId="{C0C832F8-2BF4-424B-BE65-39CF50192A38}">
      <dgm:prSet/>
      <dgm:spPr/>
      <dgm:t>
        <a:bodyPr/>
        <a:lstStyle/>
        <a:p>
          <a:endParaRPr lang="en-US"/>
        </a:p>
      </dgm:t>
    </dgm:pt>
    <dgm:pt modelId="{ED3A5551-0A2C-4BF6-A8BA-B441AAA5B6A8}" type="sibTrans" cxnId="{C0C832F8-2BF4-424B-BE65-39CF50192A38}">
      <dgm:prSet/>
      <dgm:spPr/>
      <dgm:t>
        <a:bodyPr/>
        <a:lstStyle/>
        <a:p>
          <a:endParaRPr lang="en-US"/>
        </a:p>
      </dgm:t>
    </dgm:pt>
    <dgm:pt modelId="{16D4B3BB-6520-438B-AF89-EDEFB9916DBD}">
      <dgm:prSet/>
      <dgm:spPr/>
      <dgm:t>
        <a:bodyPr/>
        <a:lstStyle/>
        <a:p>
          <a:r>
            <a:rPr lang="nl-NL"/>
            <a:t>- Aan het eind van de les kunnen jullie uitleggen welke rol religie speelt in dit conflict</a:t>
          </a:r>
          <a:endParaRPr lang="en-US"/>
        </a:p>
      </dgm:t>
    </dgm:pt>
    <dgm:pt modelId="{6D8FD76E-ED2F-4ED6-BEAF-77FD8F5C3A41}" type="parTrans" cxnId="{CF9AFDD4-5892-48C4-A673-3E2779C7BB06}">
      <dgm:prSet/>
      <dgm:spPr/>
      <dgm:t>
        <a:bodyPr/>
        <a:lstStyle/>
        <a:p>
          <a:endParaRPr lang="en-US"/>
        </a:p>
      </dgm:t>
    </dgm:pt>
    <dgm:pt modelId="{D96C7628-CD2B-4837-96F8-0F99679A2B29}" type="sibTrans" cxnId="{CF9AFDD4-5892-48C4-A673-3E2779C7BB06}">
      <dgm:prSet/>
      <dgm:spPr/>
      <dgm:t>
        <a:bodyPr/>
        <a:lstStyle/>
        <a:p>
          <a:endParaRPr lang="en-US"/>
        </a:p>
      </dgm:t>
    </dgm:pt>
    <dgm:pt modelId="{12F82189-42F8-4A84-ABAA-9EDD42140487}" type="pres">
      <dgm:prSet presAssocID="{84D1D068-BBD2-4AB9-AC25-532A4F2F41EA}" presName="outerComposite" presStyleCnt="0">
        <dgm:presLayoutVars>
          <dgm:chMax val="5"/>
          <dgm:dir/>
          <dgm:resizeHandles val="exact"/>
        </dgm:presLayoutVars>
      </dgm:prSet>
      <dgm:spPr/>
    </dgm:pt>
    <dgm:pt modelId="{07A152B6-268F-4716-95B6-346D00FD5FCC}" type="pres">
      <dgm:prSet presAssocID="{84D1D068-BBD2-4AB9-AC25-532A4F2F41EA}" presName="dummyMaxCanvas" presStyleCnt="0">
        <dgm:presLayoutVars/>
      </dgm:prSet>
      <dgm:spPr/>
    </dgm:pt>
    <dgm:pt modelId="{F3695866-0008-46E9-A4F7-378612D178E9}" type="pres">
      <dgm:prSet presAssocID="{84D1D068-BBD2-4AB9-AC25-532A4F2F41EA}" presName="ThreeNodes_1" presStyleLbl="node1" presStyleIdx="0" presStyleCnt="3">
        <dgm:presLayoutVars>
          <dgm:bulletEnabled val="1"/>
        </dgm:presLayoutVars>
      </dgm:prSet>
      <dgm:spPr/>
    </dgm:pt>
    <dgm:pt modelId="{526A5CFE-44F2-4C16-9A6B-F9BA67917A71}" type="pres">
      <dgm:prSet presAssocID="{84D1D068-BBD2-4AB9-AC25-532A4F2F41EA}" presName="ThreeNodes_2" presStyleLbl="node1" presStyleIdx="1" presStyleCnt="3">
        <dgm:presLayoutVars>
          <dgm:bulletEnabled val="1"/>
        </dgm:presLayoutVars>
      </dgm:prSet>
      <dgm:spPr/>
    </dgm:pt>
    <dgm:pt modelId="{80BD6986-D1CB-4AF2-9C50-B3DEAE01CCCA}" type="pres">
      <dgm:prSet presAssocID="{84D1D068-BBD2-4AB9-AC25-532A4F2F41EA}" presName="ThreeNodes_3" presStyleLbl="node1" presStyleIdx="2" presStyleCnt="3">
        <dgm:presLayoutVars>
          <dgm:bulletEnabled val="1"/>
        </dgm:presLayoutVars>
      </dgm:prSet>
      <dgm:spPr/>
    </dgm:pt>
    <dgm:pt modelId="{0B04A74B-77BB-4283-AD5F-80FB09947344}" type="pres">
      <dgm:prSet presAssocID="{84D1D068-BBD2-4AB9-AC25-532A4F2F41EA}" presName="ThreeConn_1-2" presStyleLbl="fgAccFollowNode1" presStyleIdx="0" presStyleCnt="2">
        <dgm:presLayoutVars>
          <dgm:bulletEnabled val="1"/>
        </dgm:presLayoutVars>
      </dgm:prSet>
      <dgm:spPr/>
    </dgm:pt>
    <dgm:pt modelId="{207D1EA2-F155-4DA3-92B6-F717044696DD}" type="pres">
      <dgm:prSet presAssocID="{84D1D068-BBD2-4AB9-AC25-532A4F2F41EA}" presName="ThreeConn_2-3" presStyleLbl="fgAccFollowNode1" presStyleIdx="1" presStyleCnt="2">
        <dgm:presLayoutVars>
          <dgm:bulletEnabled val="1"/>
        </dgm:presLayoutVars>
      </dgm:prSet>
      <dgm:spPr/>
    </dgm:pt>
    <dgm:pt modelId="{B7634A70-170D-409C-8873-0CFD90AD328E}" type="pres">
      <dgm:prSet presAssocID="{84D1D068-BBD2-4AB9-AC25-532A4F2F41EA}" presName="ThreeNodes_1_text" presStyleLbl="node1" presStyleIdx="2" presStyleCnt="3">
        <dgm:presLayoutVars>
          <dgm:bulletEnabled val="1"/>
        </dgm:presLayoutVars>
      </dgm:prSet>
      <dgm:spPr/>
    </dgm:pt>
    <dgm:pt modelId="{9501B2F7-7B01-46FB-BB3A-B96496F5F407}" type="pres">
      <dgm:prSet presAssocID="{84D1D068-BBD2-4AB9-AC25-532A4F2F41EA}" presName="ThreeNodes_2_text" presStyleLbl="node1" presStyleIdx="2" presStyleCnt="3">
        <dgm:presLayoutVars>
          <dgm:bulletEnabled val="1"/>
        </dgm:presLayoutVars>
      </dgm:prSet>
      <dgm:spPr/>
    </dgm:pt>
    <dgm:pt modelId="{97EDF09A-5BF6-44B1-8243-AD4C2790AFF2}" type="pres">
      <dgm:prSet presAssocID="{84D1D068-BBD2-4AB9-AC25-532A4F2F41EA}" presName="ThreeNodes_3_text" presStyleLbl="node1" presStyleIdx="2" presStyleCnt="3">
        <dgm:presLayoutVars>
          <dgm:bulletEnabled val="1"/>
        </dgm:presLayoutVars>
      </dgm:prSet>
      <dgm:spPr/>
    </dgm:pt>
  </dgm:ptLst>
  <dgm:cxnLst>
    <dgm:cxn modelId="{388B3501-7572-4633-B9D1-22220A867416}" type="presOf" srcId="{7ABAAEEF-6A15-45E2-B159-39F6CCD50C4B}" destId="{0B04A74B-77BB-4283-AD5F-80FB09947344}" srcOrd="0" destOrd="0" presId="urn:microsoft.com/office/officeart/2005/8/layout/vProcess5"/>
    <dgm:cxn modelId="{745E1510-E855-4F29-8A55-A692B0486086}" type="presOf" srcId="{16D4B3BB-6520-438B-AF89-EDEFB9916DBD}" destId="{80BD6986-D1CB-4AF2-9C50-B3DEAE01CCCA}" srcOrd="0" destOrd="0" presId="urn:microsoft.com/office/officeart/2005/8/layout/vProcess5"/>
    <dgm:cxn modelId="{0460CB8F-E787-428C-A696-B33587FA003B}" type="presOf" srcId="{ED3A5551-0A2C-4BF6-A8BA-B441AAA5B6A8}" destId="{207D1EA2-F155-4DA3-92B6-F717044696DD}" srcOrd="0" destOrd="0" presId="urn:microsoft.com/office/officeart/2005/8/layout/vProcess5"/>
    <dgm:cxn modelId="{EB268CAA-AECC-4269-AA9C-7398B46EF83E}" type="presOf" srcId="{7ABCDF12-644E-4DEF-8342-F60FB2134489}" destId="{B7634A70-170D-409C-8873-0CFD90AD328E}" srcOrd="1" destOrd="0" presId="urn:microsoft.com/office/officeart/2005/8/layout/vProcess5"/>
    <dgm:cxn modelId="{E991D9BA-0A5E-4A90-B460-815742745912}" type="presOf" srcId="{84D1D068-BBD2-4AB9-AC25-532A4F2F41EA}" destId="{12F82189-42F8-4A84-ABAA-9EDD42140487}" srcOrd="0" destOrd="0" presId="urn:microsoft.com/office/officeart/2005/8/layout/vProcess5"/>
    <dgm:cxn modelId="{8EE2AAC8-BE93-4A0A-8B85-71FB4735090C}" type="presOf" srcId="{DCC82204-0EA7-424A-9BD5-604C84C8153E}" destId="{9501B2F7-7B01-46FB-BB3A-B96496F5F407}" srcOrd="1" destOrd="0" presId="urn:microsoft.com/office/officeart/2005/8/layout/vProcess5"/>
    <dgm:cxn modelId="{CF9AFDD4-5892-48C4-A673-3E2779C7BB06}" srcId="{84D1D068-BBD2-4AB9-AC25-532A4F2F41EA}" destId="{16D4B3BB-6520-438B-AF89-EDEFB9916DBD}" srcOrd="2" destOrd="0" parTransId="{6D8FD76E-ED2F-4ED6-BEAF-77FD8F5C3A41}" sibTransId="{D96C7628-CD2B-4837-96F8-0F99679A2B29}"/>
    <dgm:cxn modelId="{933132D9-8648-463D-9A21-CD193D3BF5B5}" srcId="{84D1D068-BBD2-4AB9-AC25-532A4F2F41EA}" destId="{7ABCDF12-644E-4DEF-8342-F60FB2134489}" srcOrd="0" destOrd="0" parTransId="{0B14D302-A99B-4F3F-A086-44450255680A}" sibTransId="{7ABAAEEF-6A15-45E2-B159-39F6CCD50C4B}"/>
    <dgm:cxn modelId="{7C16AEE2-B689-4222-B18F-780F1F9B2CEC}" type="presOf" srcId="{16D4B3BB-6520-438B-AF89-EDEFB9916DBD}" destId="{97EDF09A-5BF6-44B1-8243-AD4C2790AFF2}" srcOrd="1" destOrd="0" presId="urn:microsoft.com/office/officeart/2005/8/layout/vProcess5"/>
    <dgm:cxn modelId="{5331BEE6-8F83-477B-A6F7-F5230B450314}" type="presOf" srcId="{7ABCDF12-644E-4DEF-8342-F60FB2134489}" destId="{F3695866-0008-46E9-A4F7-378612D178E9}" srcOrd="0" destOrd="0" presId="urn:microsoft.com/office/officeart/2005/8/layout/vProcess5"/>
    <dgm:cxn modelId="{1DAFD3EA-B11F-4A86-A440-D3CE48C1908D}" type="presOf" srcId="{DCC82204-0EA7-424A-9BD5-604C84C8153E}" destId="{526A5CFE-44F2-4C16-9A6B-F9BA67917A71}" srcOrd="0" destOrd="0" presId="urn:microsoft.com/office/officeart/2005/8/layout/vProcess5"/>
    <dgm:cxn modelId="{C0C832F8-2BF4-424B-BE65-39CF50192A38}" srcId="{84D1D068-BBD2-4AB9-AC25-532A4F2F41EA}" destId="{DCC82204-0EA7-424A-9BD5-604C84C8153E}" srcOrd="1" destOrd="0" parTransId="{DF694F62-F517-45E4-A834-653717ADE3B1}" sibTransId="{ED3A5551-0A2C-4BF6-A8BA-B441AAA5B6A8}"/>
    <dgm:cxn modelId="{D101DDF4-E44A-48D4-BDA0-F1B25CAC5FF6}" type="presParOf" srcId="{12F82189-42F8-4A84-ABAA-9EDD42140487}" destId="{07A152B6-268F-4716-95B6-346D00FD5FCC}" srcOrd="0" destOrd="0" presId="urn:microsoft.com/office/officeart/2005/8/layout/vProcess5"/>
    <dgm:cxn modelId="{9A6801F6-98F5-4100-B2C2-0E9AAECEE7D3}" type="presParOf" srcId="{12F82189-42F8-4A84-ABAA-9EDD42140487}" destId="{F3695866-0008-46E9-A4F7-378612D178E9}" srcOrd="1" destOrd="0" presId="urn:microsoft.com/office/officeart/2005/8/layout/vProcess5"/>
    <dgm:cxn modelId="{FC726C34-74B9-4734-9EE6-FC511EC2CDDA}" type="presParOf" srcId="{12F82189-42F8-4A84-ABAA-9EDD42140487}" destId="{526A5CFE-44F2-4C16-9A6B-F9BA67917A71}" srcOrd="2" destOrd="0" presId="urn:microsoft.com/office/officeart/2005/8/layout/vProcess5"/>
    <dgm:cxn modelId="{31AF0491-A125-4368-BBD2-43AEF185B7AA}" type="presParOf" srcId="{12F82189-42F8-4A84-ABAA-9EDD42140487}" destId="{80BD6986-D1CB-4AF2-9C50-B3DEAE01CCCA}" srcOrd="3" destOrd="0" presId="urn:microsoft.com/office/officeart/2005/8/layout/vProcess5"/>
    <dgm:cxn modelId="{8782E6CD-E466-4F7C-93E2-1660B312314E}" type="presParOf" srcId="{12F82189-42F8-4A84-ABAA-9EDD42140487}" destId="{0B04A74B-77BB-4283-AD5F-80FB09947344}" srcOrd="4" destOrd="0" presId="urn:microsoft.com/office/officeart/2005/8/layout/vProcess5"/>
    <dgm:cxn modelId="{C4F48FF3-80BE-4D01-88CF-0C923AF16E7D}" type="presParOf" srcId="{12F82189-42F8-4A84-ABAA-9EDD42140487}" destId="{207D1EA2-F155-4DA3-92B6-F717044696DD}" srcOrd="5" destOrd="0" presId="urn:microsoft.com/office/officeart/2005/8/layout/vProcess5"/>
    <dgm:cxn modelId="{00EE95E5-9B1E-473A-924A-FCA50A4BC05B}" type="presParOf" srcId="{12F82189-42F8-4A84-ABAA-9EDD42140487}" destId="{B7634A70-170D-409C-8873-0CFD90AD328E}" srcOrd="6" destOrd="0" presId="urn:microsoft.com/office/officeart/2005/8/layout/vProcess5"/>
    <dgm:cxn modelId="{44CEB417-E314-4AE0-81BA-6477FC35C8DF}" type="presParOf" srcId="{12F82189-42F8-4A84-ABAA-9EDD42140487}" destId="{9501B2F7-7B01-46FB-BB3A-B96496F5F407}" srcOrd="7" destOrd="0" presId="urn:microsoft.com/office/officeart/2005/8/layout/vProcess5"/>
    <dgm:cxn modelId="{62BB318F-3298-49AB-A153-35EC411BA7A1}" type="presParOf" srcId="{12F82189-42F8-4A84-ABAA-9EDD42140487}" destId="{97EDF09A-5BF6-44B1-8243-AD4C2790AFF2}"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C2F8FB6-0046-4551-9640-E9FB126613DA}"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EAC133A8-1C83-4FD5-A197-016396CFC2A3}">
      <dgm:prSet/>
      <dgm:spPr/>
      <dgm:t>
        <a:bodyPr/>
        <a:lstStyle/>
        <a:p>
          <a:r>
            <a:rPr lang="nl-NL"/>
            <a:t>- Waarom vinden voorstanders van Israel dat er een Joodse staat moet bestaan? Geef twee redenen</a:t>
          </a:r>
          <a:endParaRPr lang="en-US"/>
        </a:p>
      </dgm:t>
    </dgm:pt>
    <dgm:pt modelId="{89AD7F79-2E1D-4D99-83CE-B63550E1DABA}" type="parTrans" cxnId="{A58A39D9-C7F7-4014-882E-7BB22729960D}">
      <dgm:prSet/>
      <dgm:spPr/>
      <dgm:t>
        <a:bodyPr/>
        <a:lstStyle/>
        <a:p>
          <a:endParaRPr lang="en-US"/>
        </a:p>
      </dgm:t>
    </dgm:pt>
    <dgm:pt modelId="{67539A7F-930B-4615-BFF8-3267A113B977}" type="sibTrans" cxnId="{A58A39D9-C7F7-4014-882E-7BB22729960D}">
      <dgm:prSet/>
      <dgm:spPr/>
      <dgm:t>
        <a:bodyPr/>
        <a:lstStyle/>
        <a:p>
          <a:endParaRPr lang="en-US"/>
        </a:p>
      </dgm:t>
    </dgm:pt>
    <dgm:pt modelId="{09D4CD1C-D9E4-49C7-887B-83925561E9A1}">
      <dgm:prSet/>
      <dgm:spPr/>
      <dgm:t>
        <a:bodyPr/>
        <a:lstStyle/>
        <a:p>
          <a:r>
            <a:rPr lang="nl-NL"/>
            <a:t>- Waarom waren veel mensen boos over de oprichting van Israel? Geef twee redenen</a:t>
          </a:r>
          <a:endParaRPr lang="en-US"/>
        </a:p>
      </dgm:t>
    </dgm:pt>
    <dgm:pt modelId="{EA7E32F8-EAA4-444E-8078-038883179163}" type="parTrans" cxnId="{172A2478-D340-45F5-988E-9FA002EE3CC7}">
      <dgm:prSet/>
      <dgm:spPr/>
      <dgm:t>
        <a:bodyPr/>
        <a:lstStyle/>
        <a:p>
          <a:endParaRPr lang="en-US"/>
        </a:p>
      </dgm:t>
    </dgm:pt>
    <dgm:pt modelId="{3F45C90D-E264-4291-8955-03801EA71018}" type="sibTrans" cxnId="{172A2478-D340-45F5-988E-9FA002EE3CC7}">
      <dgm:prSet/>
      <dgm:spPr/>
      <dgm:t>
        <a:bodyPr/>
        <a:lstStyle/>
        <a:p>
          <a:endParaRPr lang="en-US"/>
        </a:p>
      </dgm:t>
    </dgm:pt>
    <dgm:pt modelId="{B1F99EDA-9073-4CB0-9B3E-BBEFB1DF82A0}">
      <dgm:prSet/>
      <dgm:spPr/>
      <dgm:t>
        <a:bodyPr/>
        <a:lstStyle/>
        <a:p>
          <a:r>
            <a:rPr lang="nl-NL"/>
            <a:t>- Denk jij dat er een oplossing is voor dit conflict? Leg uit. </a:t>
          </a:r>
          <a:endParaRPr lang="en-US"/>
        </a:p>
      </dgm:t>
    </dgm:pt>
    <dgm:pt modelId="{F362F66D-3C79-4B08-9A68-355F453A95AB}" type="parTrans" cxnId="{9870844A-EFE1-4D68-9F83-461948640789}">
      <dgm:prSet/>
      <dgm:spPr/>
      <dgm:t>
        <a:bodyPr/>
        <a:lstStyle/>
        <a:p>
          <a:endParaRPr lang="en-US"/>
        </a:p>
      </dgm:t>
    </dgm:pt>
    <dgm:pt modelId="{4502E006-E977-4DFB-A522-2B6007145C41}" type="sibTrans" cxnId="{9870844A-EFE1-4D68-9F83-461948640789}">
      <dgm:prSet/>
      <dgm:spPr/>
      <dgm:t>
        <a:bodyPr/>
        <a:lstStyle/>
        <a:p>
          <a:endParaRPr lang="en-US"/>
        </a:p>
      </dgm:t>
    </dgm:pt>
    <dgm:pt modelId="{041BF53A-EE0A-490C-AD74-7B672A11CCF2}" type="pres">
      <dgm:prSet presAssocID="{6C2F8FB6-0046-4551-9640-E9FB126613DA}" presName="linear" presStyleCnt="0">
        <dgm:presLayoutVars>
          <dgm:animLvl val="lvl"/>
          <dgm:resizeHandles val="exact"/>
        </dgm:presLayoutVars>
      </dgm:prSet>
      <dgm:spPr/>
    </dgm:pt>
    <dgm:pt modelId="{BC8E0C86-53FC-406D-B127-E97038592CE6}" type="pres">
      <dgm:prSet presAssocID="{EAC133A8-1C83-4FD5-A197-016396CFC2A3}" presName="parentText" presStyleLbl="node1" presStyleIdx="0" presStyleCnt="3">
        <dgm:presLayoutVars>
          <dgm:chMax val="0"/>
          <dgm:bulletEnabled val="1"/>
        </dgm:presLayoutVars>
      </dgm:prSet>
      <dgm:spPr/>
    </dgm:pt>
    <dgm:pt modelId="{5273A937-21DA-4909-BEF2-8891797D399F}" type="pres">
      <dgm:prSet presAssocID="{67539A7F-930B-4615-BFF8-3267A113B977}" presName="spacer" presStyleCnt="0"/>
      <dgm:spPr/>
    </dgm:pt>
    <dgm:pt modelId="{621A7C93-98A9-4799-917A-AE5E0CD3968E}" type="pres">
      <dgm:prSet presAssocID="{09D4CD1C-D9E4-49C7-887B-83925561E9A1}" presName="parentText" presStyleLbl="node1" presStyleIdx="1" presStyleCnt="3">
        <dgm:presLayoutVars>
          <dgm:chMax val="0"/>
          <dgm:bulletEnabled val="1"/>
        </dgm:presLayoutVars>
      </dgm:prSet>
      <dgm:spPr/>
    </dgm:pt>
    <dgm:pt modelId="{4DCD5614-D018-48DF-A673-1E809049E09B}" type="pres">
      <dgm:prSet presAssocID="{3F45C90D-E264-4291-8955-03801EA71018}" presName="spacer" presStyleCnt="0"/>
      <dgm:spPr/>
    </dgm:pt>
    <dgm:pt modelId="{2C20D5F0-9CDE-4B06-917A-744DA4DE5C0F}" type="pres">
      <dgm:prSet presAssocID="{B1F99EDA-9073-4CB0-9B3E-BBEFB1DF82A0}" presName="parentText" presStyleLbl="node1" presStyleIdx="2" presStyleCnt="3">
        <dgm:presLayoutVars>
          <dgm:chMax val="0"/>
          <dgm:bulletEnabled val="1"/>
        </dgm:presLayoutVars>
      </dgm:prSet>
      <dgm:spPr/>
    </dgm:pt>
  </dgm:ptLst>
  <dgm:cxnLst>
    <dgm:cxn modelId="{CE88151D-72CD-4542-A8FA-5C0B3C58A2FF}" type="presOf" srcId="{09D4CD1C-D9E4-49C7-887B-83925561E9A1}" destId="{621A7C93-98A9-4799-917A-AE5E0CD3968E}" srcOrd="0" destOrd="0" presId="urn:microsoft.com/office/officeart/2005/8/layout/vList2"/>
    <dgm:cxn modelId="{957D2E40-CC52-43C8-8F1A-5799C1266339}" type="presOf" srcId="{6C2F8FB6-0046-4551-9640-E9FB126613DA}" destId="{041BF53A-EE0A-490C-AD74-7B672A11CCF2}" srcOrd="0" destOrd="0" presId="urn:microsoft.com/office/officeart/2005/8/layout/vList2"/>
    <dgm:cxn modelId="{9870844A-EFE1-4D68-9F83-461948640789}" srcId="{6C2F8FB6-0046-4551-9640-E9FB126613DA}" destId="{B1F99EDA-9073-4CB0-9B3E-BBEFB1DF82A0}" srcOrd="2" destOrd="0" parTransId="{F362F66D-3C79-4B08-9A68-355F453A95AB}" sibTransId="{4502E006-E977-4DFB-A522-2B6007145C41}"/>
    <dgm:cxn modelId="{172A2478-D340-45F5-988E-9FA002EE3CC7}" srcId="{6C2F8FB6-0046-4551-9640-E9FB126613DA}" destId="{09D4CD1C-D9E4-49C7-887B-83925561E9A1}" srcOrd="1" destOrd="0" parTransId="{EA7E32F8-EAA4-444E-8078-038883179163}" sibTransId="{3F45C90D-E264-4291-8955-03801EA71018}"/>
    <dgm:cxn modelId="{9C66FC85-75E1-46C9-993A-4DE74873FD2B}" type="presOf" srcId="{EAC133A8-1C83-4FD5-A197-016396CFC2A3}" destId="{BC8E0C86-53FC-406D-B127-E97038592CE6}" srcOrd="0" destOrd="0" presId="urn:microsoft.com/office/officeart/2005/8/layout/vList2"/>
    <dgm:cxn modelId="{CF457DD8-F38F-4D0B-A747-25634C28BDD6}" type="presOf" srcId="{B1F99EDA-9073-4CB0-9B3E-BBEFB1DF82A0}" destId="{2C20D5F0-9CDE-4B06-917A-744DA4DE5C0F}" srcOrd="0" destOrd="0" presId="urn:microsoft.com/office/officeart/2005/8/layout/vList2"/>
    <dgm:cxn modelId="{A58A39D9-C7F7-4014-882E-7BB22729960D}" srcId="{6C2F8FB6-0046-4551-9640-E9FB126613DA}" destId="{EAC133A8-1C83-4FD5-A197-016396CFC2A3}" srcOrd="0" destOrd="0" parTransId="{89AD7F79-2E1D-4D99-83CE-B63550E1DABA}" sibTransId="{67539A7F-930B-4615-BFF8-3267A113B977}"/>
    <dgm:cxn modelId="{5C27FE0C-0F46-457F-9221-AE349DFBEB74}" type="presParOf" srcId="{041BF53A-EE0A-490C-AD74-7B672A11CCF2}" destId="{BC8E0C86-53FC-406D-B127-E97038592CE6}" srcOrd="0" destOrd="0" presId="urn:microsoft.com/office/officeart/2005/8/layout/vList2"/>
    <dgm:cxn modelId="{A55CA562-F47F-482F-B4E0-2F6CD6D00054}" type="presParOf" srcId="{041BF53A-EE0A-490C-AD74-7B672A11CCF2}" destId="{5273A937-21DA-4909-BEF2-8891797D399F}" srcOrd="1" destOrd="0" presId="urn:microsoft.com/office/officeart/2005/8/layout/vList2"/>
    <dgm:cxn modelId="{F3089F19-FE55-4A84-91F5-F4172823F980}" type="presParOf" srcId="{041BF53A-EE0A-490C-AD74-7B672A11CCF2}" destId="{621A7C93-98A9-4799-917A-AE5E0CD3968E}" srcOrd="2" destOrd="0" presId="urn:microsoft.com/office/officeart/2005/8/layout/vList2"/>
    <dgm:cxn modelId="{51BEF916-DAA9-45C8-850D-25657C28FE21}" type="presParOf" srcId="{041BF53A-EE0A-490C-AD74-7B672A11CCF2}" destId="{4DCD5614-D018-48DF-A673-1E809049E09B}" srcOrd="3" destOrd="0" presId="urn:microsoft.com/office/officeart/2005/8/layout/vList2"/>
    <dgm:cxn modelId="{E18DA28E-8C4E-43BF-ADBD-C782EC57B03F}" type="presParOf" srcId="{041BF53A-EE0A-490C-AD74-7B672A11CCF2}" destId="{2C20D5F0-9CDE-4B06-917A-744DA4DE5C0F}"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695866-0008-46E9-A4F7-378612D178E9}">
      <dsp:nvSpPr>
        <dsp:cNvPr id="0" name=""/>
        <dsp:cNvSpPr/>
      </dsp:nvSpPr>
      <dsp:spPr>
        <a:xfrm>
          <a:off x="0" y="0"/>
          <a:ext cx="8262222" cy="1206817"/>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nl-NL" sz="2500" kern="1200"/>
            <a:t>- Koppelen we wat we geleerd hebben over Islam en Jodendom aan het conflict in Israel Palestina</a:t>
          </a:r>
          <a:endParaRPr lang="en-US" sz="2500" kern="1200"/>
        </a:p>
      </dsp:txBody>
      <dsp:txXfrm>
        <a:off x="35346" y="35346"/>
        <a:ext cx="6959973" cy="1136125"/>
      </dsp:txXfrm>
    </dsp:sp>
    <dsp:sp modelId="{526A5CFE-44F2-4C16-9A6B-F9BA67917A71}">
      <dsp:nvSpPr>
        <dsp:cNvPr id="0" name=""/>
        <dsp:cNvSpPr/>
      </dsp:nvSpPr>
      <dsp:spPr>
        <a:xfrm>
          <a:off x="729019" y="1407953"/>
          <a:ext cx="8262222" cy="1206817"/>
        </a:xfrm>
        <a:prstGeom prst="roundRect">
          <a:avLst>
            <a:gd name="adj" fmla="val 10000"/>
          </a:avLst>
        </a:prstGeom>
        <a:solidFill>
          <a:schemeClr val="accent2">
            <a:hueOff val="3221806"/>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nl-NL" sz="2500" kern="1200"/>
            <a:t>- Aan het eind van de les kunnen jullie uitleggen waarom mensen voor of tegen een Israëlische staat zijn</a:t>
          </a:r>
          <a:endParaRPr lang="en-US" sz="2500" kern="1200"/>
        </a:p>
      </dsp:txBody>
      <dsp:txXfrm>
        <a:off x="764365" y="1443299"/>
        <a:ext cx="6678079" cy="1136125"/>
      </dsp:txXfrm>
    </dsp:sp>
    <dsp:sp modelId="{80BD6986-D1CB-4AF2-9C50-B3DEAE01CCCA}">
      <dsp:nvSpPr>
        <dsp:cNvPr id="0" name=""/>
        <dsp:cNvSpPr/>
      </dsp:nvSpPr>
      <dsp:spPr>
        <a:xfrm>
          <a:off x="1458039" y="2815907"/>
          <a:ext cx="8262222" cy="1206817"/>
        </a:xfrm>
        <a:prstGeom prst="roundRect">
          <a:avLst>
            <a:gd name="adj" fmla="val 10000"/>
          </a:avLst>
        </a:prstGeom>
        <a:solidFill>
          <a:schemeClr val="accent2">
            <a:hueOff val="6443612"/>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nl-NL" sz="2500" kern="1200"/>
            <a:t>- Aan het eind van de les kunnen jullie uitleggen welke rol religie speelt in dit conflict</a:t>
          </a:r>
          <a:endParaRPr lang="en-US" sz="2500" kern="1200"/>
        </a:p>
      </dsp:txBody>
      <dsp:txXfrm>
        <a:off x="1493385" y="2851253"/>
        <a:ext cx="6678079" cy="1136125"/>
      </dsp:txXfrm>
    </dsp:sp>
    <dsp:sp modelId="{0B04A74B-77BB-4283-AD5F-80FB09947344}">
      <dsp:nvSpPr>
        <dsp:cNvPr id="0" name=""/>
        <dsp:cNvSpPr/>
      </dsp:nvSpPr>
      <dsp:spPr>
        <a:xfrm>
          <a:off x="7477791" y="915169"/>
          <a:ext cx="784431" cy="784431"/>
        </a:xfrm>
        <a:prstGeom prst="downArrow">
          <a:avLst>
            <a:gd name="adj1" fmla="val 55000"/>
            <a:gd name="adj2" fmla="val 45000"/>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7654288" y="915169"/>
        <a:ext cx="431437" cy="590284"/>
      </dsp:txXfrm>
    </dsp:sp>
    <dsp:sp modelId="{207D1EA2-F155-4DA3-92B6-F717044696DD}">
      <dsp:nvSpPr>
        <dsp:cNvPr id="0" name=""/>
        <dsp:cNvSpPr/>
      </dsp:nvSpPr>
      <dsp:spPr>
        <a:xfrm>
          <a:off x="8206810" y="2315078"/>
          <a:ext cx="784431" cy="784431"/>
        </a:xfrm>
        <a:prstGeom prst="downArrow">
          <a:avLst>
            <a:gd name="adj1" fmla="val 55000"/>
            <a:gd name="adj2" fmla="val 45000"/>
          </a:avLst>
        </a:prstGeom>
        <a:solidFill>
          <a:schemeClr val="accent2">
            <a:tint val="40000"/>
            <a:alpha val="90000"/>
            <a:hueOff val="6734724"/>
            <a:satOff val="-62232"/>
            <a:lumOff val="-7015"/>
            <a:alphaOff val="0"/>
          </a:schemeClr>
        </a:solidFill>
        <a:ln w="19050" cap="flat" cmpd="sng" algn="ctr">
          <a:solidFill>
            <a:schemeClr val="accent2">
              <a:tint val="40000"/>
              <a:alpha val="90000"/>
              <a:hueOff val="6734724"/>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8383307" y="2315078"/>
        <a:ext cx="431437" cy="59028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8E0C86-53FC-406D-B127-E97038592CE6}">
      <dsp:nvSpPr>
        <dsp:cNvPr id="0" name=""/>
        <dsp:cNvSpPr/>
      </dsp:nvSpPr>
      <dsp:spPr>
        <a:xfrm>
          <a:off x="0" y="70405"/>
          <a:ext cx="5641974" cy="1539719"/>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nl-NL" sz="2800" kern="1200"/>
            <a:t>- Waarom vinden voorstanders van Israel dat er een Joodse staat moet bestaan? Geef twee redenen</a:t>
          </a:r>
          <a:endParaRPr lang="en-US" sz="2800" kern="1200"/>
        </a:p>
      </dsp:txBody>
      <dsp:txXfrm>
        <a:off x="75163" y="145568"/>
        <a:ext cx="5491648" cy="1389393"/>
      </dsp:txXfrm>
    </dsp:sp>
    <dsp:sp modelId="{621A7C93-98A9-4799-917A-AE5E0CD3968E}">
      <dsp:nvSpPr>
        <dsp:cNvPr id="0" name=""/>
        <dsp:cNvSpPr/>
      </dsp:nvSpPr>
      <dsp:spPr>
        <a:xfrm>
          <a:off x="0" y="1690765"/>
          <a:ext cx="5641974" cy="1539719"/>
        </a:xfrm>
        <a:prstGeom prst="roundRect">
          <a:avLst/>
        </a:prstGeom>
        <a:solidFill>
          <a:schemeClr val="accent2">
            <a:hueOff val="3221806"/>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nl-NL" sz="2800" kern="1200"/>
            <a:t>- Waarom waren veel mensen boos over de oprichting van Israel? Geef twee redenen</a:t>
          </a:r>
          <a:endParaRPr lang="en-US" sz="2800" kern="1200"/>
        </a:p>
      </dsp:txBody>
      <dsp:txXfrm>
        <a:off x="75163" y="1765928"/>
        <a:ext cx="5491648" cy="1389393"/>
      </dsp:txXfrm>
    </dsp:sp>
    <dsp:sp modelId="{2C20D5F0-9CDE-4B06-917A-744DA4DE5C0F}">
      <dsp:nvSpPr>
        <dsp:cNvPr id="0" name=""/>
        <dsp:cNvSpPr/>
      </dsp:nvSpPr>
      <dsp:spPr>
        <a:xfrm>
          <a:off x="0" y="3311125"/>
          <a:ext cx="5641974" cy="1539719"/>
        </a:xfrm>
        <a:prstGeom prst="roundRect">
          <a:avLst/>
        </a:prstGeom>
        <a:solidFill>
          <a:schemeClr val="accent2">
            <a:hueOff val="6443612"/>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nl-NL" sz="2800" kern="1200"/>
            <a:t>- Denk jij dat er een oplossing is voor dit conflict? Leg uit. </a:t>
          </a:r>
          <a:endParaRPr lang="en-US" sz="2800" kern="1200"/>
        </a:p>
      </dsp:txBody>
      <dsp:txXfrm>
        <a:off x="75163" y="3386288"/>
        <a:ext cx="5491648" cy="1389393"/>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83DF0-12A3-F933-BDAD-3420028DF20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NL"/>
          </a:p>
        </p:txBody>
      </p:sp>
      <p:sp>
        <p:nvSpPr>
          <p:cNvPr id="3" name="Subtitle 2">
            <a:extLst>
              <a:ext uri="{FF2B5EF4-FFF2-40B4-BE49-F238E27FC236}">
                <a16:creationId xmlns:a16="http://schemas.microsoft.com/office/drawing/2014/main" id="{481D8D69-ADEE-BE88-9D81-70705F48B7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NL"/>
          </a:p>
        </p:txBody>
      </p:sp>
      <p:sp>
        <p:nvSpPr>
          <p:cNvPr id="4" name="Date Placeholder 3">
            <a:extLst>
              <a:ext uri="{FF2B5EF4-FFF2-40B4-BE49-F238E27FC236}">
                <a16:creationId xmlns:a16="http://schemas.microsoft.com/office/drawing/2014/main" id="{3F9AFA79-4ADB-5E96-090F-E054DE1E2733}"/>
              </a:ext>
            </a:extLst>
          </p:cNvPr>
          <p:cNvSpPr>
            <a:spLocks noGrp="1"/>
          </p:cNvSpPr>
          <p:nvPr>
            <p:ph type="dt" sz="half" idx="10"/>
          </p:nvPr>
        </p:nvSpPr>
        <p:spPr/>
        <p:txBody>
          <a:bodyPr/>
          <a:lstStyle/>
          <a:p>
            <a:fld id="{9DEAA65B-4FDA-0347-8AA3-86B84D0D2353}" type="datetimeFigureOut">
              <a:rPr lang="en-NL" smtClean="0"/>
              <a:t>04/03/2026</a:t>
            </a:fld>
            <a:endParaRPr lang="en-NL"/>
          </a:p>
        </p:txBody>
      </p:sp>
      <p:sp>
        <p:nvSpPr>
          <p:cNvPr id="5" name="Footer Placeholder 4">
            <a:extLst>
              <a:ext uri="{FF2B5EF4-FFF2-40B4-BE49-F238E27FC236}">
                <a16:creationId xmlns:a16="http://schemas.microsoft.com/office/drawing/2014/main" id="{0B4C833F-D22B-5C5C-384E-427E5AA3138D}"/>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E2DA7789-C24A-0549-1396-71D64EF2E4CF}"/>
              </a:ext>
            </a:extLst>
          </p:cNvPr>
          <p:cNvSpPr>
            <a:spLocks noGrp="1"/>
          </p:cNvSpPr>
          <p:nvPr>
            <p:ph type="sldNum" sz="quarter" idx="12"/>
          </p:nvPr>
        </p:nvSpPr>
        <p:spPr/>
        <p:txBody>
          <a:bodyPr/>
          <a:lstStyle/>
          <a:p>
            <a:fld id="{DA3D34D1-AC6F-8D45-829F-32A9D675FDCA}" type="slidenum">
              <a:rPr lang="en-NL" smtClean="0"/>
              <a:t>‹#›</a:t>
            </a:fld>
            <a:endParaRPr lang="en-NL"/>
          </a:p>
        </p:txBody>
      </p:sp>
    </p:spTree>
    <p:extLst>
      <p:ext uri="{BB962C8B-B14F-4D97-AF65-F5344CB8AC3E}">
        <p14:creationId xmlns:p14="http://schemas.microsoft.com/office/powerpoint/2010/main" val="4074737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0EBD6-E39C-32C2-5FE1-295EBCA302BB}"/>
              </a:ext>
            </a:extLst>
          </p:cNvPr>
          <p:cNvSpPr>
            <a:spLocks noGrp="1"/>
          </p:cNvSpPr>
          <p:nvPr>
            <p:ph type="title"/>
          </p:nvPr>
        </p:nvSpPr>
        <p:spPr/>
        <p:txBody>
          <a:bodyPr/>
          <a:lstStyle/>
          <a:p>
            <a:r>
              <a:rPr lang="en-GB"/>
              <a:t>Click to edit Master title style</a:t>
            </a:r>
            <a:endParaRPr lang="en-NL"/>
          </a:p>
        </p:txBody>
      </p:sp>
      <p:sp>
        <p:nvSpPr>
          <p:cNvPr id="3" name="Content Placeholder 2">
            <a:extLst>
              <a:ext uri="{FF2B5EF4-FFF2-40B4-BE49-F238E27FC236}">
                <a16:creationId xmlns:a16="http://schemas.microsoft.com/office/drawing/2014/main" id="{40C46092-5DFC-1D8E-8EF1-923E48E6B06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4" name="Date Placeholder 3">
            <a:extLst>
              <a:ext uri="{FF2B5EF4-FFF2-40B4-BE49-F238E27FC236}">
                <a16:creationId xmlns:a16="http://schemas.microsoft.com/office/drawing/2014/main" id="{BB57A81D-F735-08E5-D2EC-D0F0B2B154F9}"/>
              </a:ext>
            </a:extLst>
          </p:cNvPr>
          <p:cNvSpPr>
            <a:spLocks noGrp="1"/>
          </p:cNvSpPr>
          <p:nvPr>
            <p:ph type="dt" sz="half" idx="10"/>
          </p:nvPr>
        </p:nvSpPr>
        <p:spPr/>
        <p:txBody>
          <a:bodyPr/>
          <a:lstStyle/>
          <a:p>
            <a:fld id="{9DEAA65B-4FDA-0347-8AA3-86B84D0D2353}" type="datetimeFigureOut">
              <a:rPr lang="en-NL" smtClean="0"/>
              <a:t>04/03/2026</a:t>
            </a:fld>
            <a:endParaRPr lang="en-NL"/>
          </a:p>
        </p:txBody>
      </p:sp>
      <p:sp>
        <p:nvSpPr>
          <p:cNvPr id="5" name="Footer Placeholder 4">
            <a:extLst>
              <a:ext uri="{FF2B5EF4-FFF2-40B4-BE49-F238E27FC236}">
                <a16:creationId xmlns:a16="http://schemas.microsoft.com/office/drawing/2014/main" id="{A4F7815E-4918-C825-3B3A-312CE4272CD2}"/>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753713ED-9630-B2DA-CF42-6D9DEB774227}"/>
              </a:ext>
            </a:extLst>
          </p:cNvPr>
          <p:cNvSpPr>
            <a:spLocks noGrp="1"/>
          </p:cNvSpPr>
          <p:nvPr>
            <p:ph type="sldNum" sz="quarter" idx="12"/>
          </p:nvPr>
        </p:nvSpPr>
        <p:spPr/>
        <p:txBody>
          <a:bodyPr/>
          <a:lstStyle/>
          <a:p>
            <a:fld id="{DA3D34D1-AC6F-8D45-829F-32A9D675FDCA}" type="slidenum">
              <a:rPr lang="en-NL" smtClean="0"/>
              <a:t>‹#›</a:t>
            </a:fld>
            <a:endParaRPr lang="en-NL"/>
          </a:p>
        </p:txBody>
      </p:sp>
    </p:spTree>
    <p:extLst>
      <p:ext uri="{BB962C8B-B14F-4D97-AF65-F5344CB8AC3E}">
        <p14:creationId xmlns:p14="http://schemas.microsoft.com/office/powerpoint/2010/main" val="26957878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AF665-4C9B-A3D3-A35C-1C15A8A247F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NL"/>
          </a:p>
        </p:txBody>
      </p:sp>
      <p:sp>
        <p:nvSpPr>
          <p:cNvPr id="3" name="Text Placeholder 2">
            <a:extLst>
              <a:ext uri="{FF2B5EF4-FFF2-40B4-BE49-F238E27FC236}">
                <a16:creationId xmlns:a16="http://schemas.microsoft.com/office/drawing/2014/main" id="{DC5D4534-4DB2-5CC2-657C-B050E6D3159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529F9A8-9CB6-F3CF-CA56-D5695F419322}"/>
              </a:ext>
            </a:extLst>
          </p:cNvPr>
          <p:cNvSpPr>
            <a:spLocks noGrp="1"/>
          </p:cNvSpPr>
          <p:nvPr>
            <p:ph type="dt" sz="half" idx="10"/>
          </p:nvPr>
        </p:nvSpPr>
        <p:spPr/>
        <p:txBody>
          <a:bodyPr/>
          <a:lstStyle/>
          <a:p>
            <a:fld id="{9DEAA65B-4FDA-0347-8AA3-86B84D0D2353}" type="datetimeFigureOut">
              <a:rPr lang="en-NL" smtClean="0"/>
              <a:t>04/03/2026</a:t>
            </a:fld>
            <a:endParaRPr lang="en-NL"/>
          </a:p>
        </p:txBody>
      </p:sp>
      <p:sp>
        <p:nvSpPr>
          <p:cNvPr id="5" name="Footer Placeholder 4">
            <a:extLst>
              <a:ext uri="{FF2B5EF4-FFF2-40B4-BE49-F238E27FC236}">
                <a16:creationId xmlns:a16="http://schemas.microsoft.com/office/drawing/2014/main" id="{33C3971E-D4CA-FD3F-2F44-54B3AA62B9AE}"/>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AABB7253-5860-FBFB-9D8D-0D52CEEEAD9B}"/>
              </a:ext>
            </a:extLst>
          </p:cNvPr>
          <p:cNvSpPr>
            <a:spLocks noGrp="1"/>
          </p:cNvSpPr>
          <p:nvPr>
            <p:ph type="sldNum" sz="quarter" idx="12"/>
          </p:nvPr>
        </p:nvSpPr>
        <p:spPr/>
        <p:txBody>
          <a:bodyPr/>
          <a:lstStyle/>
          <a:p>
            <a:fld id="{DA3D34D1-AC6F-8D45-829F-32A9D675FDCA}" type="slidenum">
              <a:rPr lang="en-NL" smtClean="0"/>
              <a:t>‹#›</a:t>
            </a:fld>
            <a:endParaRPr lang="en-NL"/>
          </a:p>
        </p:txBody>
      </p:sp>
    </p:spTree>
    <p:extLst>
      <p:ext uri="{BB962C8B-B14F-4D97-AF65-F5344CB8AC3E}">
        <p14:creationId xmlns:p14="http://schemas.microsoft.com/office/powerpoint/2010/main" val="17202661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601E2-D5D9-493C-49FB-24C723D5BF56}"/>
              </a:ext>
            </a:extLst>
          </p:cNvPr>
          <p:cNvSpPr>
            <a:spLocks noGrp="1"/>
          </p:cNvSpPr>
          <p:nvPr>
            <p:ph type="title"/>
          </p:nvPr>
        </p:nvSpPr>
        <p:spPr/>
        <p:txBody>
          <a:bodyPr/>
          <a:lstStyle/>
          <a:p>
            <a:r>
              <a:rPr lang="en-GB"/>
              <a:t>Click to edit Master title style</a:t>
            </a:r>
            <a:endParaRPr lang="en-NL"/>
          </a:p>
        </p:txBody>
      </p:sp>
      <p:sp>
        <p:nvSpPr>
          <p:cNvPr id="3" name="Content Placeholder 2">
            <a:extLst>
              <a:ext uri="{FF2B5EF4-FFF2-40B4-BE49-F238E27FC236}">
                <a16:creationId xmlns:a16="http://schemas.microsoft.com/office/drawing/2014/main" id="{C467DB50-5CF5-9D41-5DAA-DF2546724F9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4" name="Content Placeholder 3">
            <a:extLst>
              <a:ext uri="{FF2B5EF4-FFF2-40B4-BE49-F238E27FC236}">
                <a16:creationId xmlns:a16="http://schemas.microsoft.com/office/drawing/2014/main" id="{F25E21EB-AC2C-0362-3AB8-B98D1F92033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5" name="Date Placeholder 4">
            <a:extLst>
              <a:ext uri="{FF2B5EF4-FFF2-40B4-BE49-F238E27FC236}">
                <a16:creationId xmlns:a16="http://schemas.microsoft.com/office/drawing/2014/main" id="{D31ECC39-44B9-0292-9165-A9745B67D90F}"/>
              </a:ext>
            </a:extLst>
          </p:cNvPr>
          <p:cNvSpPr>
            <a:spLocks noGrp="1"/>
          </p:cNvSpPr>
          <p:nvPr>
            <p:ph type="dt" sz="half" idx="10"/>
          </p:nvPr>
        </p:nvSpPr>
        <p:spPr/>
        <p:txBody>
          <a:bodyPr/>
          <a:lstStyle/>
          <a:p>
            <a:fld id="{9DEAA65B-4FDA-0347-8AA3-86B84D0D2353}" type="datetimeFigureOut">
              <a:rPr lang="en-NL" smtClean="0"/>
              <a:t>04/03/2026</a:t>
            </a:fld>
            <a:endParaRPr lang="en-NL"/>
          </a:p>
        </p:txBody>
      </p:sp>
      <p:sp>
        <p:nvSpPr>
          <p:cNvPr id="6" name="Footer Placeholder 5">
            <a:extLst>
              <a:ext uri="{FF2B5EF4-FFF2-40B4-BE49-F238E27FC236}">
                <a16:creationId xmlns:a16="http://schemas.microsoft.com/office/drawing/2014/main" id="{ED464600-A83D-08DB-CAA7-BC567931A0E2}"/>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890E5794-AA60-2257-9393-33E6B1FDC19B}"/>
              </a:ext>
            </a:extLst>
          </p:cNvPr>
          <p:cNvSpPr>
            <a:spLocks noGrp="1"/>
          </p:cNvSpPr>
          <p:nvPr>
            <p:ph type="sldNum" sz="quarter" idx="12"/>
          </p:nvPr>
        </p:nvSpPr>
        <p:spPr/>
        <p:txBody>
          <a:bodyPr/>
          <a:lstStyle/>
          <a:p>
            <a:fld id="{DA3D34D1-AC6F-8D45-829F-32A9D675FDCA}" type="slidenum">
              <a:rPr lang="en-NL" smtClean="0"/>
              <a:t>‹#›</a:t>
            </a:fld>
            <a:endParaRPr lang="en-NL"/>
          </a:p>
        </p:txBody>
      </p:sp>
    </p:spTree>
    <p:extLst>
      <p:ext uri="{BB962C8B-B14F-4D97-AF65-F5344CB8AC3E}">
        <p14:creationId xmlns:p14="http://schemas.microsoft.com/office/powerpoint/2010/main" val="23534188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68B3E-42A7-6558-A824-B2F4E690ECFE}"/>
              </a:ext>
            </a:extLst>
          </p:cNvPr>
          <p:cNvSpPr>
            <a:spLocks noGrp="1"/>
          </p:cNvSpPr>
          <p:nvPr>
            <p:ph type="title"/>
          </p:nvPr>
        </p:nvSpPr>
        <p:spPr>
          <a:xfrm>
            <a:off x="839788" y="365125"/>
            <a:ext cx="10515600" cy="1325563"/>
          </a:xfrm>
        </p:spPr>
        <p:txBody>
          <a:bodyPr/>
          <a:lstStyle/>
          <a:p>
            <a:r>
              <a:rPr lang="en-GB"/>
              <a:t>Click to edit Master title style</a:t>
            </a:r>
            <a:endParaRPr lang="en-NL"/>
          </a:p>
        </p:txBody>
      </p:sp>
      <p:sp>
        <p:nvSpPr>
          <p:cNvPr id="3" name="Text Placeholder 2">
            <a:extLst>
              <a:ext uri="{FF2B5EF4-FFF2-40B4-BE49-F238E27FC236}">
                <a16:creationId xmlns:a16="http://schemas.microsoft.com/office/drawing/2014/main" id="{CBE61BB5-53F1-3AA7-4E0B-E96D10215B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A9C6BAD-BEA8-E589-521B-8F3F015299C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5" name="Text Placeholder 4">
            <a:extLst>
              <a:ext uri="{FF2B5EF4-FFF2-40B4-BE49-F238E27FC236}">
                <a16:creationId xmlns:a16="http://schemas.microsoft.com/office/drawing/2014/main" id="{6D85E349-BB0B-EBEB-036F-87A0A1E7D2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C3E85A8-0025-6820-3E12-98A5E4DFF9A9}"/>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7" name="Date Placeholder 6">
            <a:extLst>
              <a:ext uri="{FF2B5EF4-FFF2-40B4-BE49-F238E27FC236}">
                <a16:creationId xmlns:a16="http://schemas.microsoft.com/office/drawing/2014/main" id="{2AF34CB5-C76F-2BC0-AADF-C6AFFA02F5BC}"/>
              </a:ext>
            </a:extLst>
          </p:cNvPr>
          <p:cNvSpPr>
            <a:spLocks noGrp="1"/>
          </p:cNvSpPr>
          <p:nvPr>
            <p:ph type="dt" sz="half" idx="10"/>
          </p:nvPr>
        </p:nvSpPr>
        <p:spPr/>
        <p:txBody>
          <a:bodyPr/>
          <a:lstStyle/>
          <a:p>
            <a:fld id="{9DEAA65B-4FDA-0347-8AA3-86B84D0D2353}" type="datetimeFigureOut">
              <a:rPr lang="en-NL" smtClean="0"/>
              <a:t>04/03/2026</a:t>
            </a:fld>
            <a:endParaRPr lang="en-NL"/>
          </a:p>
        </p:txBody>
      </p:sp>
      <p:sp>
        <p:nvSpPr>
          <p:cNvPr id="8" name="Footer Placeholder 7">
            <a:extLst>
              <a:ext uri="{FF2B5EF4-FFF2-40B4-BE49-F238E27FC236}">
                <a16:creationId xmlns:a16="http://schemas.microsoft.com/office/drawing/2014/main" id="{3D27DE11-8059-15B5-766C-9819B6DBF44C}"/>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0627C7B9-075F-AEA8-1C5F-29518A1220F2}"/>
              </a:ext>
            </a:extLst>
          </p:cNvPr>
          <p:cNvSpPr>
            <a:spLocks noGrp="1"/>
          </p:cNvSpPr>
          <p:nvPr>
            <p:ph type="sldNum" sz="quarter" idx="12"/>
          </p:nvPr>
        </p:nvSpPr>
        <p:spPr/>
        <p:txBody>
          <a:bodyPr/>
          <a:lstStyle/>
          <a:p>
            <a:fld id="{DA3D34D1-AC6F-8D45-829F-32A9D675FDCA}" type="slidenum">
              <a:rPr lang="en-NL" smtClean="0"/>
              <a:t>‹#›</a:t>
            </a:fld>
            <a:endParaRPr lang="en-NL"/>
          </a:p>
        </p:txBody>
      </p:sp>
    </p:spTree>
    <p:extLst>
      <p:ext uri="{BB962C8B-B14F-4D97-AF65-F5344CB8AC3E}">
        <p14:creationId xmlns:p14="http://schemas.microsoft.com/office/powerpoint/2010/main" val="24881462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7A12F-9ECD-92D1-F04B-6E09326D1A17}"/>
              </a:ext>
            </a:extLst>
          </p:cNvPr>
          <p:cNvSpPr>
            <a:spLocks noGrp="1"/>
          </p:cNvSpPr>
          <p:nvPr>
            <p:ph type="title"/>
          </p:nvPr>
        </p:nvSpPr>
        <p:spPr/>
        <p:txBody>
          <a:bodyPr/>
          <a:lstStyle/>
          <a:p>
            <a:r>
              <a:rPr lang="en-GB"/>
              <a:t>Click to edit Master title style</a:t>
            </a:r>
            <a:endParaRPr lang="en-NL"/>
          </a:p>
        </p:txBody>
      </p:sp>
      <p:sp>
        <p:nvSpPr>
          <p:cNvPr id="3" name="Date Placeholder 2">
            <a:extLst>
              <a:ext uri="{FF2B5EF4-FFF2-40B4-BE49-F238E27FC236}">
                <a16:creationId xmlns:a16="http://schemas.microsoft.com/office/drawing/2014/main" id="{22D20856-DA11-C8CB-6708-7D40EFB83AD8}"/>
              </a:ext>
            </a:extLst>
          </p:cNvPr>
          <p:cNvSpPr>
            <a:spLocks noGrp="1"/>
          </p:cNvSpPr>
          <p:nvPr>
            <p:ph type="dt" sz="half" idx="10"/>
          </p:nvPr>
        </p:nvSpPr>
        <p:spPr/>
        <p:txBody>
          <a:bodyPr/>
          <a:lstStyle/>
          <a:p>
            <a:fld id="{9DEAA65B-4FDA-0347-8AA3-86B84D0D2353}" type="datetimeFigureOut">
              <a:rPr lang="en-NL" smtClean="0"/>
              <a:t>04/03/2026</a:t>
            </a:fld>
            <a:endParaRPr lang="en-NL"/>
          </a:p>
        </p:txBody>
      </p:sp>
      <p:sp>
        <p:nvSpPr>
          <p:cNvPr id="4" name="Footer Placeholder 3">
            <a:extLst>
              <a:ext uri="{FF2B5EF4-FFF2-40B4-BE49-F238E27FC236}">
                <a16:creationId xmlns:a16="http://schemas.microsoft.com/office/drawing/2014/main" id="{AFD2E9A6-C698-E8DE-42CF-41AD749BB157}"/>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ED455812-7EC8-E7DE-D273-E067076F5A44}"/>
              </a:ext>
            </a:extLst>
          </p:cNvPr>
          <p:cNvSpPr>
            <a:spLocks noGrp="1"/>
          </p:cNvSpPr>
          <p:nvPr>
            <p:ph type="sldNum" sz="quarter" idx="12"/>
          </p:nvPr>
        </p:nvSpPr>
        <p:spPr/>
        <p:txBody>
          <a:bodyPr/>
          <a:lstStyle/>
          <a:p>
            <a:fld id="{DA3D34D1-AC6F-8D45-829F-32A9D675FDCA}" type="slidenum">
              <a:rPr lang="en-NL" smtClean="0"/>
              <a:t>‹#›</a:t>
            </a:fld>
            <a:endParaRPr lang="en-NL"/>
          </a:p>
        </p:txBody>
      </p:sp>
    </p:spTree>
    <p:extLst>
      <p:ext uri="{BB962C8B-B14F-4D97-AF65-F5344CB8AC3E}">
        <p14:creationId xmlns:p14="http://schemas.microsoft.com/office/powerpoint/2010/main" val="25577832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F9A48B-91DC-E938-E4B1-AA3E5E560141}"/>
              </a:ext>
            </a:extLst>
          </p:cNvPr>
          <p:cNvSpPr>
            <a:spLocks noGrp="1"/>
          </p:cNvSpPr>
          <p:nvPr>
            <p:ph type="dt" sz="half" idx="10"/>
          </p:nvPr>
        </p:nvSpPr>
        <p:spPr/>
        <p:txBody>
          <a:bodyPr/>
          <a:lstStyle/>
          <a:p>
            <a:fld id="{9DEAA65B-4FDA-0347-8AA3-86B84D0D2353}" type="datetimeFigureOut">
              <a:rPr lang="en-NL" smtClean="0"/>
              <a:t>04/03/2026</a:t>
            </a:fld>
            <a:endParaRPr lang="en-NL"/>
          </a:p>
        </p:txBody>
      </p:sp>
      <p:sp>
        <p:nvSpPr>
          <p:cNvPr id="3" name="Footer Placeholder 2">
            <a:extLst>
              <a:ext uri="{FF2B5EF4-FFF2-40B4-BE49-F238E27FC236}">
                <a16:creationId xmlns:a16="http://schemas.microsoft.com/office/drawing/2014/main" id="{AE42CB3D-F783-84FC-DF9C-FF10EFE3DD59}"/>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DD643A2F-0E96-50DA-F6F6-85FD505E20B1}"/>
              </a:ext>
            </a:extLst>
          </p:cNvPr>
          <p:cNvSpPr>
            <a:spLocks noGrp="1"/>
          </p:cNvSpPr>
          <p:nvPr>
            <p:ph type="sldNum" sz="quarter" idx="12"/>
          </p:nvPr>
        </p:nvSpPr>
        <p:spPr/>
        <p:txBody>
          <a:bodyPr/>
          <a:lstStyle/>
          <a:p>
            <a:fld id="{DA3D34D1-AC6F-8D45-829F-32A9D675FDCA}" type="slidenum">
              <a:rPr lang="en-NL" smtClean="0"/>
              <a:t>‹#›</a:t>
            </a:fld>
            <a:endParaRPr lang="en-NL"/>
          </a:p>
        </p:txBody>
      </p:sp>
    </p:spTree>
    <p:extLst>
      <p:ext uri="{BB962C8B-B14F-4D97-AF65-F5344CB8AC3E}">
        <p14:creationId xmlns:p14="http://schemas.microsoft.com/office/powerpoint/2010/main" val="3643866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14706-D2A7-D8CA-8078-171FF3E1516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NL"/>
          </a:p>
        </p:txBody>
      </p:sp>
      <p:sp>
        <p:nvSpPr>
          <p:cNvPr id="3" name="Content Placeholder 2">
            <a:extLst>
              <a:ext uri="{FF2B5EF4-FFF2-40B4-BE49-F238E27FC236}">
                <a16:creationId xmlns:a16="http://schemas.microsoft.com/office/drawing/2014/main" id="{D39CEAEF-7E2D-F782-C23E-036DB913FE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4" name="Text Placeholder 3">
            <a:extLst>
              <a:ext uri="{FF2B5EF4-FFF2-40B4-BE49-F238E27FC236}">
                <a16:creationId xmlns:a16="http://schemas.microsoft.com/office/drawing/2014/main" id="{B2F459F4-6CA2-B9C9-53B7-7FEC889901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043B750-2B39-33A0-E7FA-A1385FC15AD8}"/>
              </a:ext>
            </a:extLst>
          </p:cNvPr>
          <p:cNvSpPr>
            <a:spLocks noGrp="1"/>
          </p:cNvSpPr>
          <p:nvPr>
            <p:ph type="dt" sz="half" idx="10"/>
          </p:nvPr>
        </p:nvSpPr>
        <p:spPr/>
        <p:txBody>
          <a:bodyPr/>
          <a:lstStyle/>
          <a:p>
            <a:fld id="{9DEAA65B-4FDA-0347-8AA3-86B84D0D2353}" type="datetimeFigureOut">
              <a:rPr lang="en-NL" smtClean="0"/>
              <a:t>04/03/2026</a:t>
            </a:fld>
            <a:endParaRPr lang="en-NL"/>
          </a:p>
        </p:txBody>
      </p:sp>
      <p:sp>
        <p:nvSpPr>
          <p:cNvPr id="6" name="Footer Placeholder 5">
            <a:extLst>
              <a:ext uri="{FF2B5EF4-FFF2-40B4-BE49-F238E27FC236}">
                <a16:creationId xmlns:a16="http://schemas.microsoft.com/office/drawing/2014/main" id="{5AE5900C-EECD-B7AC-FE02-4C0FAD3AE16F}"/>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DCFDBCDB-B0FC-A73F-17CE-C2D193B63830}"/>
              </a:ext>
            </a:extLst>
          </p:cNvPr>
          <p:cNvSpPr>
            <a:spLocks noGrp="1"/>
          </p:cNvSpPr>
          <p:nvPr>
            <p:ph type="sldNum" sz="quarter" idx="12"/>
          </p:nvPr>
        </p:nvSpPr>
        <p:spPr/>
        <p:txBody>
          <a:bodyPr/>
          <a:lstStyle/>
          <a:p>
            <a:fld id="{DA3D34D1-AC6F-8D45-829F-32A9D675FDCA}" type="slidenum">
              <a:rPr lang="en-NL" smtClean="0"/>
              <a:t>‹#›</a:t>
            </a:fld>
            <a:endParaRPr lang="en-NL"/>
          </a:p>
        </p:txBody>
      </p:sp>
    </p:spTree>
    <p:extLst>
      <p:ext uri="{BB962C8B-B14F-4D97-AF65-F5344CB8AC3E}">
        <p14:creationId xmlns:p14="http://schemas.microsoft.com/office/powerpoint/2010/main" val="1272090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3CD36-109C-22FD-2FDE-B5AFCF2260F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NL"/>
          </a:p>
        </p:txBody>
      </p:sp>
      <p:sp>
        <p:nvSpPr>
          <p:cNvPr id="3" name="Picture Placeholder 2">
            <a:extLst>
              <a:ext uri="{FF2B5EF4-FFF2-40B4-BE49-F238E27FC236}">
                <a16:creationId xmlns:a16="http://schemas.microsoft.com/office/drawing/2014/main" id="{4E33331C-C405-A293-E6E8-0CA4898A78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B37A0E1C-6AD1-8C6F-CF20-3C589BD9C1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AAA3042-7770-F47E-BAA4-10478626D9EC}"/>
              </a:ext>
            </a:extLst>
          </p:cNvPr>
          <p:cNvSpPr>
            <a:spLocks noGrp="1"/>
          </p:cNvSpPr>
          <p:nvPr>
            <p:ph type="dt" sz="half" idx="10"/>
          </p:nvPr>
        </p:nvSpPr>
        <p:spPr/>
        <p:txBody>
          <a:bodyPr/>
          <a:lstStyle/>
          <a:p>
            <a:fld id="{9DEAA65B-4FDA-0347-8AA3-86B84D0D2353}" type="datetimeFigureOut">
              <a:rPr lang="en-NL" smtClean="0"/>
              <a:t>04/03/2026</a:t>
            </a:fld>
            <a:endParaRPr lang="en-NL"/>
          </a:p>
        </p:txBody>
      </p:sp>
      <p:sp>
        <p:nvSpPr>
          <p:cNvPr id="6" name="Footer Placeholder 5">
            <a:extLst>
              <a:ext uri="{FF2B5EF4-FFF2-40B4-BE49-F238E27FC236}">
                <a16:creationId xmlns:a16="http://schemas.microsoft.com/office/drawing/2014/main" id="{D27F21AF-3DFB-7CE1-4367-D3388B2151D1}"/>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A5AF41AF-6ACC-AFEB-9DBC-70E63C545462}"/>
              </a:ext>
            </a:extLst>
          </p:cNvPr>
          <p:cNvSpPr>
            <a:spLocks noGrp="1"/>
          </p:cNvSpPr>
          <p:nvPr>
            <p:ph type="sldNum" sz="quarter" idx="12"/>
          </p:nvPr>
        </p:nvSpPr>
        <p:spPr/>
        <p:txBody>
          <a:bodyPr/>
          <a:lstStyle/>
          <a:p>
            <a:fld id="{DA3D34D1-AC6F-8D45-829F-32A9D675FDCA}" type="slidenum">
              <a:rPr lang="en-NL" smtClean="0"/>
              <a:t>‹#›</a:t>
            </a:fld>
            <a:endParaRPr lang="en-NL"/>
          </a:p>
        </p:txBody>
      </p:sp>
    </p:spTree>
    <p:extLst>
      <p:ext uri="{BB962C8B-B14F-4D97-AF65-F5344CB8AC3E}">
        <p14:creationId xmlns:p14="http://schemas.microsoft.com/office/powerpoint/2010/main" val="31717925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06E3B-76DB-6309-4ED9-27EC346E4ED8}"/>
              </a:ext>
            </a:extLst>
          </p:cNvPr>
          <p:cNvSpPr>
            <a:spLocks noGrp="1"/>
          </p:cNvSpPr>
          <p:nvPr>
            <p:ph type="title"/>
          </p:nvPr>
        </p:nvSpPr>
        <p:spPr/>
        <p:txBody>
          <a:bodyPr/>
          <a:lstStyle/>
          <a:p>
            <a:r>
              <a:rPr lang="en-GB"/>
              <a:t>Click to edit Master title style</a:t>
            </a:r>
            <a:endParaRPr lang="en-NL"/>
          </a:p>
        </p:txBody>
      </p:sp>
      <p:sp>
        <p:nvSpPr>
          <p:cNvPr id="3" name="Vertical Text Placeholder 2">
            <a:extLst>
              <a:ext uri="{FF2B5EF4-FFF2-40B4-BE49-F238E27FC236}">
                <a16:creationId xmlns:a16="http://schemas.microsoft.com/office/drawing/2014/main" id="{112D21DF-F8A9-7E63-BA56-1EA3FF8FF51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4" name="Date Placeholder 3">
            <a:extLst>
              <a:ext uri="{FF2B5EF4-FFF2-40B4-BE49-F238E27FC236}">
                <a16:creationId xmlns:a16="http://schemas.microsoft.com/office/drawing/2014/main" id="{F27B7A25-D7CC-B914-8246-111173F33B2F}"/>
              </a:ext>
            </a:extLst>
          </p:cNvPr>
          <p:cNvSpPr>
            <a:spLocks noGrp="1"/>
          </p:cNvSpPr>
          <p:nvPr>
            <p:ph type="dt" sz="half" idx="10"/>
          </p:nvPr>
        </p:nvSpPr>
        <p:spPr/>
        <p:txBody>
          <a:bodyPr/>
          <a:lstStyle/>
          <a:p>
            <a:fld id="{9DEAA65B-4FDA-0347-8AA3-86B84D0D2353}" type="datetimeFigureOut">
              <a:rPr lang="en-NL" smtClean="0"/>
              <a:t>04/03/2026</a:t>
            </a:fld>
            <a:endParaRPr lang="en-NL"/>
          </a:p>
        </p:txBody>
      </p:sp>
      <p:sp>
        <p:nvSpPr>
          <p:cNvPr id="5" name="Footer Placeholder 4">
            <a:extLst>
              <a:ext uri="{FF2B5EF4-FFF2-40B4-BE49-F238E27FC236}">
                <a16:creationId xmlns:a16="http://schemas.microsoft.com/office/drawing/2014/main" id="{8BD97DE3-2F92-2B86-2EDD-DC730352DEF3}"/>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E160592D-9301-8348-0A3F-B79701CB9881}"/>
              </a:ext>
            </a:extLst>
          </p:cNvPr>
          <p:cNvSpPr>
            <a:spLocks noGrp="1"/>
          </p:cNvSpPr>
          <p:nvPr>
            <p:ph type="sldNum" sz="quarter" idx="12"/>
          </p:nvPr>
        </p:nvSpPr>
        <p:spPr/>
        <p:txBody>
          <a:bodyPr/>
          <a:lstStyle/>
          <a:p>
            <a:fld id="{DA3D34D1-AC6F-8D45-829F-32A9D675FDCA}" type="slidenum">
              <a:rPr lang="en-NL" smtClean="0"/>
              <a:t>‹#›</a:t>
            </a:fld>
            <a:endParaRPr lang="en-NL"/>
          </a:p>
        </p:txBody>
      </p:sp>
    </p:spTree>
    <p:extLst>
      <p:ext uri="{BB962C8B-B14F-4D97-AF65-F5344CB8AC3E}">
        <p14:creationId xmlns:p14="http://schemas.microsoft.com/office/powerpoint/2010/main" val="23773007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D15EB7-613E-E4C4-EA82-E323DEE24F0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NL"/>
          </a:p>
        </p:txBody>
      </p:sp>
      <p:sp>
        <p:nvSpPr>
          <p:cNvPr id="3" name="Vertical Text Placeholder 2">
            <a:extLst>
              <a:ext uri="{FF2B5EF4-FFF2-40B4-BE49-F238E27FC236}">
                <a16:creationId xmlns:a16="http://schemas.microsoft.com/office/drawing/2014/main" id="{9DD6DCDB-EC31-D4C6-D829-B8ECA13B0AF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4" name="Date Placeholder 3">
            <a:extLst>
              <a:ext uri="{FF2B5EF4-FFF2-40B4-BE49-F238E27FC236}">
                <a16:creationId xmlns:a16="http://schemas.microsoft.com/office/drawing/2014/main" id="{AFA5C4F9-5F93-39E5-732A-A9BF5248E277}"/>
              </a:ext>
            </a:extLst>
          </p:cNvPr>
          <p:cNvSpPr>
            <a:spLocks noGrp="1"/>
          </p:cNvSpPr>
          <p:nvPr>
            <p:ph type="dt" sz="half" idx="10"/>
          </p:nvPr>
        </p:nvSpPr>
        <p:spPr/>
        <p:txBody>
          <a:bodyPr/>
          <a:lstStyle/>
          <a:p>
            <a:fld id="{9DEAA65B-4FDA-0347-8AA3-86B84D0D2353}" type="datetimeFigureOut">
              <a:rPr lang="en-NL" smtClean="0"/>
              <a:t>04/03/2026</a:t>
            </a:fld>
            <a:endParaRPr lang="en-NL"/>
          </a:p>
        </p:txBody>
      </p:sp>
      <p:sp>
        <p:nvSpPr>
          <p:cNvPr id="5" name="Footer Placeholder 4">
            <a:extLst>
              <a:ext uri="{FF2B5EF4-FFF2-40B4-BE49-F238E27FC236}">
                <a16:creationId xmlns:a16="http://schemas.microsoft.com/office/drawing/2014/main" id="{40BB4472-7FA7-2A82-D811-B89E9FD7E00D}"/>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481E7BDE-C803-5609-7986-BC322E96B04A}"/>
              </a:ext>
            </a:extLst>
          </p:cNvPr>
          <p:cNvSpPr>
            <a:spLocks noGrp="1"/>
          </p:cNvSpPr>
          <p:nvPr>
            <p:ph type="sldNum" sz="quarter" idx="12"/>
          </p:nvPr>
        </p:nvSpPr>
        <p:spPr/>
        <p:txBody>
          <a:bodyPr/>
          <a:lstStyle/>
          <a:p>
            <a:fld id="{DA3D34D1-AC6F-8D45-829F-32A9D675FDCA}" type="slidenum">
              <a:rPr lang="en-NL" smtClean="0"/>
              <a:t>‹#›</a:t>
            </a:fld>
            <a:endParaRPr lang="en-NL"/>
          </a:p>
        </p:txBody>
      </p:sp>
    </p:spTree>
    <p:extLst>
      <p:ext uri="{BB962C8B-B14F-4D97-AF65-F5344CB8AC3E}">
        <p14:creationId xmlns:p14="http://schemas.microsoft.com/office/powerpoint/2010/main" val="4062198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0DC41B-4ABB-1E2E-AF8C-CEDF61FC4C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NL"/>
          </a:p>
        </p:txBody>
      </p:sp>
      <p:sp>
        <p:nvSpPr>
          <p:cNvPr id="3" name="Text Placeholder 2">
            <a:extLst>
              <a:ext uri="{FF2B5EF4-FFF2-40B4-BE49-F238E27FC236}">
                <a16:creationId xmlns:a16="http://schemas.microsoft.com/office/drawing/2014/main" id="{FA53FB4A-0230-79C7-A16A-651F6AC224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4" name="Date Placeholder 3">
            <a:extLst>
              <a:ext uri="{FF2B5EF4-FFF2-40B4-BE49-F238E27FC236}">
                <a16:creationId xmlns:a16="http://schemas.microsoft.com/office/drawing/2014/main" id="{0CC5AA99-A09A-5B69-F714-9EB7CF5A3E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DEAA65B-4FDA-0347-8AA3-86B84D0D2353}" type="datetimeFigureOut">
              <a:rPr lang="en-NL" smtClean="0"/>
              <a:t>04/03/2026</a:t>
            </a:fld>
            <a:endParaRPr lang="en-NL"/>
          </a:p>
        </p:txBody>
      </p:sp>
      <p:sp>
        <p:nvSpPr>
          <p:cNvPr id="5" name="Footer Placeholder 4">
            <a:extLst>
              <a:ext uri="{FF2B5EF4-FFF2-40B4-BE49-F238E27FC236}">
                <a16:creationId xmlns:a16="http://schemas.microsoft.com/office/drawing/2014/main" id="{8A30F2F9-D1C4-E160-27A2-C9C8E9C520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EDF1E931-5FAA-8C9C-6FA7-B8F599B85B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A3D34D1-AC6F-8D45-829F-32A9D675FDCA}" type="slidenum">
              <a:rPr lang="en-NL" smtClean="0"/>
              <a:t>‹#›</a:t>
            </a:fld>
            <a:endParaRPr lang="en-NL"/>
          </a:p>
        </p:txBody>
      </p:sp>
    </p:spTree>
    <p:extLst>
      <p:ext uri="{BB962C8B-B14F-4D97-AF65-F5344CB8AC3E}">
        <p14:creationId xmlns:p14="http://schemas.microsoft.com/office/powerpoint/2010/main" val="37832817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video" Target="https://www.youtube.com/embed/rGivBhwPmOs?feature=oembed" TargetMode="Externa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2.xml"/><Relationship Id="rId1" Type="http://schemas.openxmlformats.org/officeDocument/2006/relationships/video" Target="https://www.youtube.com/embed/y2tha7ogpec?feature=oembed"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CFBF1DF-00AB-BB7A-EEBE-D77E120DBF25}"/>
              </a:ext>
            </a:extLst>
          </p:cNvPr>
          <p:cNvSpPr>
            <a:spLocks noGrp="1"/>
          </p:cNvSpPr>
          <p:nvPr>
            <p:ph type="title"/>
          </p:nvPr>
        </p:nvSpPr>
        <p:spPr>
          <a:xfrm>
            <a:off x="320044" y="-223596"/>
            <a:ext cx="3429855" cy="5613236"/>
          </a:xfrm>
          <a:solidFill>
            <a:schemeClr val="accent4"/>
          </a:solidFill>
        </p:spPr>
        <p:txBody>
          <a:bodyPr anchor="ctr">
            <a:normAutofit/>
          </a:bodyPr>
          <a:lstStyle/>
          <a:p>
            <a:r>
              <a:rPr lang="nl-NL" dirty="0">
                <a:solidFill>
                  <a:srgbClr val="FFFFFF"/>
                </a:solidFill>
              </a:rPr>
              <a:t>Welkom H3B!</a:t>
            </a:r>
          </a:p>
        </p:txBody>
      </p:sp>
      <p:sp>
        <p:nvSpPr>
          <p:cNvPr id="9" name="Content Placeholder 8">
            <a:extLst>
              <a:ext uri="{FF2B5EF4-FFF2-40B4-BE49-F238E27FC236}">
                <a16:creationId xmlns:a16="http://schemas.microsoft.com/office/drawing/2014/main" id="{2B032E57-EC6B-26C6-CAEA-531B65915017}"/>
              </a:ext>
            </a:extLst>
          </p:cNvPr>
          <p:cNvSpPr>
            <a:spLocks noGrp="1"/>
          </p:cNvSpPr>
          <p:nvPr>
            <p:ph idx="1"/>
          </p:nvPr>
        </p:nvSpPr>
        <p:spPr>
          <a:xfrm>
            <a:off x="4699818" y="640080"/>
            <a:ext cx="7172138" cy="3745107"/>
          </a:xfrm>
        </p:spPr>
        <p:txBody>
          <a:bodyPr>
            <a:normAutofit fontScale="85000" lnSpcReduction="20000"/>
          </a:bodyPr>
          <a:lstStyle/>
          <a:p>
            <a:r>
              <a:rPr lang="en-US" b="1"/>
              <a:t>Opdracht: </a:t>
            </a:r>
          </a:p>
          <a:p>
            <a:r>
              <a:rPr lang="en-US"/>
              <a:t>- Schrijf 3 feiten op je je weet over Israel en Palestina</a:t>
            </a:r>
          </a:p>
          <a:p>
            <a:r>
              <a:rPr lang="en-US"/>
              <a:t>- Wie steunen er Israel? Bedenk tenminste twee groepen</a:t>
            </a:r>
          </a:p>
          <a:p>
            <a:r>
              <a:rPr lang="en-US"/>
              <a:t>- Wie steunen er Palestina? Bedenk tenminste twee groepen.</a:t>
            </a:r>
          </a:p>
          <a:p>
            <a:r>
              <a:rPr lang="en-US"/>
              <a:t>- Wat is de meest voorkomende religie onder Israelitien? </a:t>
            </a:r>
          </a:p>
          <a:p>
            <a:r>
              <a:rPr lang="en-US"/>
              <a:t>- Wat is de meest voorkomende religie onder Palestijen? </a:t>
            </a:r>
          </a:p>
        </p:txBody>
      </p:sp>
      <p:pic>
        <p:nvPicPr>
          <p:cNvPr id="1026" name="Picture 2">
            <a:extLst>
              <a:ext uri="{FF2B5EF4-FFF2-40B4-BE49-F238E27FC236}">
                <a16:creationId xmlns:a16="http://schemas.microsoft.com/office/drawing/2014/main" id="{74C9155D-07EC-DD5B-225F-7E82932784B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8239" y="3921280"/>
            <a:ext cx="12210239" cy="29367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34648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91A3EE-7A3B-781F-E8ED-B6649D7FE85C}"/>
              </a:ext>
            </a:extLst>
          </p:cNvPr>
          <p:cNvSpPr>
            <a:spLocks noGrp="1"/>
          </p:cNvSpPr>
          <p:nvPr>
            <p:ph type="title"/>
          </p:nvPr>
        </p:nvSpPr>
        <p:spPr/>
        <p:txBody>
          <a:bodyPr/>
          <a:lstStyle/>
          <a:p>
            <a:r>
              <a:rPr lang="nl-NL" dirty="0"/>
              <a:t>Basisregels lokaal</a:t>
            </a:r>
          </a:p>
        </p:txBody>
      </p:sp>
      <p:sp>
        <p:nvSpPr>
          <p:cNvPr id="3" name="Tijdelijke aanduiding voor inhoud 2">
            <a:extLst>
              <a:ext uri="{FF2B5EF4-FFF2-40B4-BE49-F238E27FC236}">
                <a16:creationId xmlns:a16="http://schemas.microsoft.com/office/drawing/2014/main" id="{8B6A78C5-4235-12B0-9A61-6A57CD0CA143}"/>
              </a:ext>
            </a:extLst>
          </p:cNvPr>
          <p:cNvSpPr>
            <a:spLocks noGrp="1"/>
          </p:cNvSpPr>
          <p:nvPr>
            <p:ph idx="1"/>
          </p:nvPr>
        </p:nvSpPr>
        <p:spPr/>
        <p:txBody>
          <a:bodyPr/>
          <a:lstStyle/>
          <a:p>
            <a:r>
              <a:rPr lang="nl-NL" dirty="0"/>
              <a:t>- Een persoon spreekt (vaak de docent)</a:t>
            </a:r>
          </a:p>
          <a:p>
            <a:r>
              <a:rPr lang="nl-NL" dirty="0"/>
              <a:t>- Je blijft van de spullen van anderen af</a:t>
            </a:r>
          </a:p>
          <a:p>
            <a:r>
              <a:rPr lang="nl-NL" dirty="0"/>
              <a:t>- Zelfstandig werken betekent in stilte (dus ook niet overleggen over de stof)</a:t>
            </a:r>
          </a:p>
        </p:txBody>
      </p:sp>
    </p:spTree>
    <p:extLst>
      <p:ext uri="{BB962C8B-B14F-4D97-AF65-F5344CB8AC3E}">
        <p14:creationId xmlns:p14="http://schemas.microsoft.com/office/powerpoint/2010/main" val="12161853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2F5D76F-09A4-201D-573D-543622731323}"/>
              </a:ext>
            </a:extLst>
          </p:cNvPr>
          <p:cNvSpPr>
            <a:spLocks noGrp="1"/>
          </p:cNvSpPr>
          <p:nvPr>
            <p:ph type="title"/>
          </p:nvPr>
        </p:nvSpPr>
        <p:spPr/>
        <p:txBody>
          <a:bodyPr/>
          <a:lstStyle/>
          <a:p>
            <a:endParaRPr lang="nl-NL"/>
          </a:p>
        </p:txBody>
      </p:sp>
      <p:pic>
        <p:nvPicPr>
          <p:cNvPr id="4" name="Onlinemedia 3" title="Groot protest in Amsterdam tegen oorlog in Gaza">
            <a:hlinkClick r:id="" action="ppaction://media"/>
            <a:extLst>
              <a:ext uri="{FF2B5EF4-FFF2-40B4-BE49-F238E27FC236}">
                <a16:creationId xmlns:a16="http://schemas.microsoft.com/office/drawing/2014/main" id="{92206107-8906-445F-330E-8BE92009E8D1}"/>
              </a:ext>
            </a:extLst>
          </p:cNvPr>
          <p:cNvPicPr>
            <a:picLocks noGrp="1" noRot="1" noChangeAspect="1"/>
          </p:cNvPicPr>
          <p:nvPr>
            <p:ph idx="1"/>
            <a:videoFile r:link="rId1"/>
          </p:nvPr>
        </p:nvPicPr>
        <p:blipFill>
          <a:blip r:embed="rId3"/>
          <a:stretch>
            <a:fillRect/>
          </a:stretch>
        </p:blipFill>
        <p:spPr>
          <a:xfrm>
            <a:off x="411356" y="297456"/>
            <a:ext cx="10756516" cy="6077371"/>
          </a:xfrm>
          <a:prstGeom prst="rect">
            <a:avLst/>
          </a:prstGeom>
        </p:spPr>
      </p:pic>
    </p:spTree>
    <p:extLst>
      <p:ext uri="{BB962C8B-B14F-4D97-AF65-F5344CB8AC3E}">
        <p14:creationId xmlns:p14="http://schemas.microsoft.com/office/powerpoint/2010/main" val="3062585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31CCF10-9496-5222-3F5C-CAC0DFF2D2FF}"/>
              </a:ext>
            </a:extLst>
          </p:cNvPr>
          <p:cNvSpPr>
            <a:spLocks noGrp="1"/>
          </p:cNvSpPr>
          <p:nvPr>
            <p:ph type="title"/>
          </p:nvPr>
        </p:nvSpPr>
        <p:spPr>
          <a:xfrm>
            <a:off x="1024128" y="585216"/>
            <a:ext cx="9720072" cy="1499616"/>
          </a:xfrm>
        </p:spPr>
        <p:txBody>
          <a:bodyPr>
            <a:normAutofit/>
          </a:bodyPr>
          <a:lstStyle/>
          <a:p>
            <a:r>
              <a:rPr lang="nl-NL" dirty="0"/>
              <a:t>Vandaag</a:t>
            </a:r>
          </a:p>
        </p:txBody>
      </p:sp>
      <p:graphicFrame>
        <p:nvGraphicFramePr>
          <p:cNvPr id="5" name="Tijdelijke aanduiding voor inhoud 2">
            <a:extLst>
              <a:ext uri="{FF2B5EF4-FFF2-40B4-BE49-F238E27FC236}">
                <a16:creationId xmlns:a16="http://schemas.microsoft.com/office/drawing/2014/main" id="{DCF33094-5F30-0154-C282-07AEC57F50DA}"/>
              </a:ext>
            </a:extLst>
          </p:cNvPr>
          <p:cNvGraphicFramePr>
            <a:graphicFrameLocks noGrp="1"/>
          </p:cNvGraphicFramePr>
          <p:nvPr>
            <p:ph idx="1"/>
          </p:nvPr>
        </p:nvGraphicFramePr>
        <p:xfrm>
          <a:off x="1023938" y="2286000"/>
          <a:ext cx="9720262"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66478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84EB8C3-98FF-0E09-5F65-3C2AC8E950CA}"/>
              </a:ext>
            </a:extLst>
          </p:cNvPr>
          <p:cNvSpPr>
            <a:spLocks noGrp="1"/>
          </p:cNvSpPr>
          <p:nvPr>
            <p:ph type="title"/>
          </p:nvPr>
        </p:nvSpPr>
        <p:spPr>
          <a:xfrm>
            <a:off x="4178301" y="4391025"/>
            <a:ext cx="7192110" cy="1738808"/>
          </a:xfrm>
        </p:spPr>
        <p:txBody>
          <a:bodyPr>
            <a:normAutofit/>
          </a:bodyPr>
          <a:lstStyle/>
          <a:p>
            <a:r>
              <a:rPr lang="nl-NL">
                <a:solidFill>
                  <a:srgbClr val="FFFFFF"/>
                </a:solidFill>
              </a:rPr>
              <a:t>Israel/Palestina: Joods belang</a:t>
            </a:r>
          </a:p>
        </p:txBody>
      </p:sp>
      <p:sp>
        <p:nvSpPr>
          <p:cNvPr id="3" name="Tijdelijke aanduiding voor inhoud 2">
            <a:extLst>
              <a:ext uri="{FF2B5EF4-FFF2-40B4-BE49-F238E27FC236}">
                <a16:creationId xmlns:a16="http://schemas.microsoft.com/office/drawing/2014/main" id="{709C72CA-FF97-C13A-B2A1-79CC42B3AFFF}"/>
              </a:ext>
            </a:extLst>
          </p:cNvPr>
          <p:cNvSpPr>
            <a:spLocks noGrp="1"/>
          </p:cNvSpPr>
          <p:nvPr>
            <p:ph idx="1"/>
          </p:nvPr>
        </p:nvSpPr>
        <p:spPr>
          <a:xfrm>
            <a:off x="1149265" y="966217"/>
            <a:ext cx="9920901" cy="2545732"/>
          </a:xfrm>
        </p:spPr>
        <p:txBody>
          <a:bodyPr anchor="ctr">
            <a:normAutofit lnSpcReduction="10000"/>
          </a:bodyPr>
          <a:lstStyle/>
          <a:p>
            <a:r>
              <a:rPr lang="nl-NL" sz="1900" dirty="0"/>
              <a:t>De </a:t>
            </a:r>
            <a:r>
              <a:rPr lang="nl-NL" sz="1900" cap="all" dirty="0"/>
              <a:t>HEER</a:t>
            </a:r>
            <a:r>
              <a:rPr lang="nl-NL" sz="1900" dirty="0"/>
              <a:t> zei: ‘Ik heb gezien hoe ellendig mijn volk er in Egypte aan toe is, Ik heb hun jammerklachten over hun onderdrukkers gehoord, Ik weet hoe ze lijden. </a:t>
            </a:r>
            <a:r>
              <a:rPr lang="nl-NL" sz="1900" baseline="30000" dirty="0"/>
              <a:t>8</a:t>
            </a:r>
            <a:r>
              <a:rPr lang="nl-NL" sz="1900" dirty="0"/>
              <a:t> Daarom ben Ik afgedaald om hen uit de macht van de Egyptenaren te bevrijden, en om hen uit Egypte naar een mooi en uitgestrekt land te brengen, een land dat overvloeit van melk en honing, het gebied van de Kanaänieten, de Hethieten, Amorieten, </a:t>
            </a:r>
            <a:r>
              <a:rPr lang="nl-NL" sz="1900" dirty="0" err="1"/>
              <a:t>Perizzieten</a:t>
            </a:r>
            <a:r>
              <a:rPr lang="nl-NL" sz="1900" dirty="0"/>
              <a:t>, </a:t>
            </a:r>
            <a:r>
              <a:rPr lang="nl-NL" sz="1900" dirty="0" err="1"/>
              <a:t>Chiwwieten</a:t>
            </a:r>
            <a:r>
              <a:rPr lang="nl-NL" sz="1900" dirty="0"/>
              <a:t> en Jebusieten. </a:t>
            </a:r>
            <a:r>
              <a:rPr lang="nl-NL" sz="1900" baseline="30000" dirty="0"/>
              <a:t>9</a:t>
            </a:r>
            <a:r>
              <a:rPr lang="nl-NL" sz="1900" dirty="0"/>
              <a:t> De jammerklacht van de Israëlieten is tot Mij doorgedrongen en Ik heb gezien hoe wreed de Egyptenaren hen onderdrukken. </a:t>
            </a:r>
            <a:r>
              <a:rPr lang="nl-NL" sz="1900" baseline="30000" dirty="0"/>
              <a:t>10</a:t>
            </a:r>
            <a:r>
              <a:rPr lang="nl-NL" sz="1900" dirty="0"/>
              <a:t>  Daarom stuur Ik jou nu naar de farao: jij moet mijn volk, de Israëlieten, uit Egypte wegleiden.’</a:t>
            </a:r>
          </a:p>
          <a:p>
            <a:r>
              <a:rPr lang="nl-NL" sz="1900" b="1" u="sng" dirty="0">
                <a:solidFill>
                  <a:srgbClr val="FF0000"/>
                </a:solidFill>
              </a:rPr>
              <a:t>Opdracht: </a:t>
            </a:r>
            <a:r>
              <a:rPr lang="nl-NL" sz="1900" b="1" dirty="0">
                <a:solidFill>
                  <a:srgbClr val="FF0000"/>
                </a:solidFill>
              </a:rPr>
              <a:t>Vat in 1 of 2 zinnen samen wat hier staat.</a:t>
            </a:r>
            <a:endParaRPr lang="nl-NL" sz="1900" b="1" u="sng" dirty="0">
              <a:solidFill>
                <a:srgbClr val="FF0000"/>
              </a:solidFill>
            </a:endParaRPr>
          </a:p>
        </p:txBody>
      </p:sp>
    </p:spTree>
    <p:extLst>
      <p:ext uri="{BB962C8B-B14F-4D97-AF65-F5344CB8AC3E}">
        <p14:creationId xmlns:p14="http://schemas.microsoft.com/office/powerpoint/2010/main" val="30169222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561E372-28B9-6362-CB53-95EDC5EB60B1}"/>
              </a:ext>
            </a:extLst>
          </p:cNvPr>
          <p:cNvSpPr>
            <a:spLocks noGrp="1"/>
          </p:cNvSpPr>
          <p:nvPr>
            <p:ph type="title"/>
          </p:nvPr>
        </p:nvSpPr>
        <p:spPr>
          <a:xfrm>
            <a:off x="1024128" y="585216"/>
            <a:ext cx="5867061" cy="1499616"/>
          </a:xfrm>
        </p:spPr>
        <p:txBody>
          <a:bodyPr>
            <a:normAutofit/>
          </a:bodyPr>
          <a:lstStyle/>
          <a:p>
            <a:r>
              <a:rPr lang="nl-NL" dirty="0"/>
              <a:t>Joodse opstand</a:t>
            </a:r>
          </a:p>
        </p:txBody>
      </p:sp>
      <p:pic>
        <p:nvPicPr>
          <p:cNvPr id="4098" name="Picture 2" descr="undefined">
            <a:extLst>
              <a:ext uri="{FF2B5EF4-FFF2-40B4-BE49-F238E27FC236}">
                <a16:creationId xmlns:a16="http://schemas.microsoft.com/office/drawing/2014/main" id="{0A89C008-BD41-C5EB-8B14-AA383CA5148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258908" y="2286000"/>
            <a:ext cx="5397500" cy="3886200"/>
          </a:xfrm>
          <a:prstGeom prst="rect">
            <a:avLst/>
          </a:prstGeom>
          <a:noFill/>
          <a:extLst>
            <a:ext uri="{909E8E84-426E-40DD-AFC4-6F175D3DCCD1}">
              <a14:hiddenFill xmlns:a14="http://schemas.microsoft.com/office/drawing/2010/main">
                <a:solidFill>
                  <a:srgbClr val="FFFFFF"/>
                </a:solidFill>
              </a14:hiddenFill>
            </a:ext>
          </a:extLst>
        </p:spPr>
      </p:pic>
      <p:sp>
        <p:nvSpPr>
          <p:cNvPr id="4101" name="Content Placeholder 4101">
            <a:extLst>
              <a:ext uri="{FF2B5EF4-FFF2-40B4-BE49-F238E27FC236}">
                <a16:creationId xmlns:a16="http://schemas.microsoft.com/office/drawing/2014/main" id="{F2C61F99-1CF0-3748-3B80-CF7C86ADADA3}"/>
              </a:ext>
            </a:extLst>
          </p:cNvPr>
          <p:cNvSpPr>
            <a:spLocks noGrp="1"/>
          </p:cNvSpPr>
          <p:nvPr>
            <p:ph idx="1"/>
          </p:nvPr>
        </p:nvSpPr>
        <p:spPr>
          <a:xfrm>
            <a:off x="8021490" y="585216"/>
            <a:ext cx="3527043" cy="5586984"/>
          </a:xfrm>
        </p:spPr>
        <p:txBody>
          <a:bodyPr anchor="ctr">
            <a:normAutofit/>
          </a:bodyPr>
          <a:lstStyle/>
          <a:p>
            <a:r>
              <a:rPr lang="en-US" sz="2000" dirty="0" err="1">
                <a:solidFill>
                  <a:srgbClr val="FFFFFF"/>
                </a:solidFill>
              </a:rPr>
              <a:t>Opdracht</a:t>
            </a:r>
            <a:r>
              <a:rPr lang="en-US" sz="2000" dirty="0">
                <a:solidFill>
                  <a:srgbClr val="FFFFFF"/>
                </a:solidFill>
              </a:rPr>
              <a:t>:</a:t>
            </a:r>
          </a:p>
          <a:p>
            <a:r>
              <a:rPr lang="en-US" sz="2000" dirty="0">
                <a:solidFill>
                  <a:srgbClr val="FFFFFF"/>
                </a:solidFill>
              </a:rPr>
              <a:t>1) Denk </a:t>
            </a:r>
            <a:r>
              <a:rPr lang="en-US" sz="2000" dirty="0" err="1">
                <a:solidFill>
                  <a:srgbClr val="FFFFFF"/>
                </a:solidFill>
              </a:rPr>
              <a:t>jij</a:t>
            </a:r>
            <a:r>
              <a:rPr lang="en-US" sz="2000" dirty="0">
                <a:solidFill>
                  <a:srgbClr val="FFFFFF"/>
                </a:solidFill>
              </a:rPr>
              <a:t> </a:t>
            </a:r>
            <a:r>
              <a:rPr lang="en-US" sz="2000" dirty="0" err="1">
                <a:solidFill>
                  <a:srgbClr val="FFFFFF"/>
                </a:solidFill>
              </a:rPr>
              <a:t>dat</a:t>
            </a:r>
            <a:r>
              <a:rPr lang="en-US" sz="2000" dirty="0">
                <a:solidFill>
                  <a:srgbClr val="FFFFFF"/>
                </a:solidFill>
              </a:rPr>
              <a:t> de </a:t>
            </a:r>
            <a:r>
              <a:rPr lang="en-US" sz="2000" dirty="0" err="1">
                <a:solidFill>
                  <a:srgbClr val="FFFFFF"/>
                </a:solidFill>
              </a:rPr>
              <a:t>opstand</a:t>
            </a:r>
            <a:r>
              <a:rPr lang="en-US" sz="2000" dirty="0">
                <a:solidFill>
                  <a:srgbClr val="FFFFFF"/>
                </a:solidFill>
              </a:rPr>
              <a:t> </a:t>
            </a:r>
            <a:r>
              <a:rPr lang="en-US" sz="2000" dirty="0" err="1">
                <a:solidFill>
                  <a:srgbClr val="FFFFFF"/>
                </a:solidFill>
              </a:rPr>
              <a:t>tegen</a:t>
            </a:r>
            <a:r>
              <a:rPr lang="en-US" sz="2000" dirty="0">
                <a:solidFill>
                  <a:srgbClr val="FFFFFF"/>
                </a:solidFill>
              </a:rPr>
              <a:t> de </a:t>
            </a:r>
            <a:r>
              <a:rPr lang="en-US" sz="2000" dirty="0" err="1">
                <a:solidFill>
                  <a:srgbClr val="FFFFFF"/>
                </a:solidFill>
              </a:rPr>
              <a:t>Romeinen</a:t>
            </a:r>
            <a:r>
              <a:rPr lang="en-US" sz="2000" dirty="0">
                <a:solidFill>
                  <a:srgbClr val="FFFFFF"/>
                </a:solidFill>
              </a:rPr>
              <a:t> </a:t>
            </a:r>
            <a:r>
              <a:rPr lang="en-US" sz="2000" dirty="0" err="1">
                <a:solidFill>
                  <a:srgbClr val="FFFFFF"/>
                </a:solidFill>
              </a:rPr>
              <a:t>goed</a:t>
            </a:r>
            <a:r>
              <a:rPr lang="en-US" sz="2000" dirty="0">
                <a:solidFill>
                  <a:srgbClr val="FFFFFF"/>
                </a:solidFill>
              </a:rPr>
              <a:t> </a:t>
            </a:r>
            <a:r>
              <a:rPr lang="en-US" sz="2000" dirty="0" err="1">
                <a:solidFill>
                  <a:srgbClr val="FFFFFF"/>
                </a:solidFill>
              </a:rPr>
              <a:t>af</a:t>
            </a:r>
            <a:r>
              <a:rPr lang="en-US" sz="2000" dirty="0">
                <a:solidFill>
                  <a:srgbClr val="FFFFFF"/>
                </a:solidFill>
              </a:rPr>
              <a:t> </a:t>
            </a:r>
            <a:r>
              <a:rPr lang="en-US" sz="2000" dirty="0" err="1">
                <a:solidFill>
                  <a:srgbClr val="FFFFFF"/>
                </a:solidFill>
              </a:rPr>
              <a:t>liep</a:t>
            </a:r>
            <a:r>
              <a:rPr lang="en-US" sz="2000" dirty="0">
                <a:solidFill>
                  <a:srgbClr val="FFFFFF"/>
                </a:solidFill>
              </a:rPr>
              <a:t>?</a:t>
            </a:r>
          </a:p>
          <a:p>
            <a:r>
              <a:rPr lang="en-US" sz="2000" dirty="0">
                <a:solidFill>
                  <a:srgbClr val="FFFFFF"/>
                </a:solidFill>
              </a:rPr>
              <a:t>2) Wat </a:t>
            </a:r>
            <a:r>
              <a:rPr lang="en-US" sz="2000" dirty="0" err="1">
                <a:solidFill>
                  <a:srgbClr val="FFFFFF"/>
                </a:solidFill>
              </a:rPr>
              <a:t>denk</a:t>
            </a:r>
            <a:r>
              <a:rPr lang="en-US" sz="2000" dirty="0">
                <a:solidFill>
                  <a:srgbClr val="FFFFFF"/>
                </a:solidFill>
              </a:rPr>
              <a:t> </a:t>
            </a:r>
            <a:r>
              <a:rPr lang="en-US" sz="2000" dirty="0" err="1">
                <a:solidFill>
                  <a:srgbClr val="FFFFFF"/>
                </a:solidFill>
              </a:rPr>
              <a:t>jij</a:t>
            </a:r>
            <a:r>
              <a:rPr lang="en-US" sz="2000" dirty="0">
                <a:solidFill>
                  <a:srgbClr val="FFFFFF"/>
                </a:solidFill>
              </a:rPr>
              <a:t> </a:t>
            </a:r>
            <a:r>
              <a:rPr lang="en-US" sz="2000" dirty="0" err="1">
                <a:solidFill>
                  <a:srgbClr val="FFFFFF"/>
                </a:solidFill>
              </a:rPr>
              <a:t>dat</a:t>
            </a:r>
            <a:r>
              <a:rPr lang="en-US" sz="2000" dirty="0">
                <a:solidFill>
                  <a:srgbClr val="FFFFFF"/>
                </a:solidFill>
              </a:rPr>
              <a:t> de </a:t>
            </a:r>
            <a:r>
              <a:rPr lang="en-US" sz="2000" dirty="0" err="1">
                <a:solidFill>
                  <a:srgbClr val="FFFFFF"/>
                </a:solidFill>
              </a:rPr>
              <a:t>Romeinen</a:t>
            </a:r>
            <a:r>
              <a:rPr lang="en-US" sz="2000" dirty="0">
                <a:solidFill>
                  <a:srgbClr val="FFFFFF"/>
                </a:solidFill>
              </a:rPr>
              <a:t> met de Joden </a:t>
            </a:r>
            <a:r>
              <a:rPr lang="en-US" sz="2000" dirty="0" err="1">
                <a:solidFill>
                  <a:srgbClr val="FFFFFF"/>
                </a:solidFill>
              </a:rPr>
              <a:t>deden</a:t>
            </a:r>
            <a:r>
              <a:rPr lang="en-US" sz="2000" dirty="0">
                <a:solidFill>
                  <a:srgbClr val="FFFFFF"/>
                </a:solidFill>
              </a:rPr>
              <a:t>?</a:t>
            </a:r>
          </a:p>
          <a:p>
            <a:r>
              <a:rPr lang="en-US" sz="2000" dirty="0">
                <a:solidFill>
                  <a:srgbClr val="FFFFFF"/>
                </a:solidFill>
              </a:rPr>
              <a:t>3) Wat </a:t>
            </a:r>
            <a:r>
              <a:rPr lang="en-US" sz="2000" dirty="0" err="1">
                <a:solidFill>
                  <a:srgbClr val="FFFFFF"/>
                </a:solidFill>
              </a:rPr>
              <a:t>denk</a:t>
            </a:r>
            <a:r>
              <a:rPr lang="en-US" sz="2000" dirty="0">
                <a:solidFill>
                  <a:srgbClr val="FFFFFF"/>
                </a:solidFill>
              </a:rPr>
              <a:t> </a:t>
            </a:r>
            <a:r>
              <a:rPr lang="en-US" sz="2000" dirty="0" err="1">
                <a:solidFill>
                  <a:srgbClr val="FFFFFF"/>
                </a:solidFill>
              </a:rPr>
              <a:t>jij</a:t>
            </a:r>
            <a:r>
              <a:rPr lang="en-US" sz="2000" dirty="0">
                <a:solidFill>
                  <a:srgbClr val="FFFFFF"/>
                </a:solidFill>
              </a:rPr>
              <a:t> </a:t>
            </a:r>
            <a:r>
              <a:rPr lang="en-US" sz="2000" dirty="0" err="1">
                <a:solidFill>
                  <a:srgbClr val="FFFFFF"/>
                </a:solidFill>
              </a:rPr>
              <a:t>dat</a:t>
            </a:r>
            <a:r>
              <a:rPr lang="en-US" sz="2000" dirty="0">
                <a:solidFill>
                  <a:srgbClr val="FFFFFF"/>
                </a:solidFill>
              </a:rPr>
              <a:t> de </a:t>
            </a:r>
            <a:r>
              <a:rPr lang="en-US" sz="2000" dirty="0" err="1">
                <a:solidFill>
                  <a:srgbClr val="FFFFFF"/>
                </a:solidFill>
              </a:rPr>
              <a:t>Romeinen</a:t>
            </a:r>
            <a:r>
              <a:rPr lang="en-US" sz="2000" dirty="0">
                <a:solidFill>
                  <a:srgbClr val="FFFFFF"/>
                </a:solidFill>
              </a:rPr>
              <a:t> </a:t>
            </a:r>
            <a:r>
              <a:rPr lang="en-US" sz="2000" dirty="0" err="1">
                <a:solidFill>
                  <a:srgbClr val="FFFFFF"/>
                </a:solidFill>
              </a:rPr>
              <a:t>tegen</a:t>
            </a:r>
            <a:r>
              <a:rPr lang="en-US" sz="2000" dirty="0">
                <a:solidFill>
                  <a:srgbClr val="FFFFFF"/>
                </a:solidFill>
              </a:rPr>
              <a:t> de </a:t>
            </a:r>
            <a:r>
              <a:rPr lang="en-US" sz="2000" dirty="0" err="1">
                <a:solidFill>
                  <a:srgbClr val="FFFFFF"/>
                </a:solidFill>
              </a:rPr>
              <a:t>tempel</a:t>
            </a:r>
            <a:r>
              <a:rPr lang="en-US" sz="2000" dirty="0">
                <a:solidFill>
                  <a:srgbClr val="FFFFFF"/>
                </a:solidFill>
              </a:rPr>
              <a:t> </a:t>
            </a:r>
            <a:r>
              <a:rPr lang="en-US" sz="2000" dirty="0" err="1">
                <a:solidFill>
                  <a:srgbClr val="FFFFFF"/>
                </a:solidFill>
              </a:rPr>
              <a:t>deden</a:t>
            </a:r>
            <a:r>
              <a:rPr lang="en-US" sz="2000" dirty="0">
                <a:solidFill>
                  <a:srgbClr val="FFFFFF"/>
                </a:solidFill>
              </a:rPr>
              <a:t>?</a:t>
            </a:r>
          </a:p>
        </p:txBody>
      </p:sp>
    </p:spTree>
    <p:extLst>
      <p:ext uri="{BB962C8B-B14F-4D97-AF65-F5344CB8AC3E}">
        <p14:creationId xmlns:p14="http://schemas.microsoft.com/office/powerpoint/2010/main" val="35092900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6DE8020-28C8-A136-B537-227EA3282698}"/>
              </a:ext>
            </a:extLst>
          </p:cNvPr>
          <p:cNvSpPr>
            <a:spLocks noGrp="1"/>
          </p:cNvSpPr>
          <p:nvPr>
            <p:ph type="title"/>
          </p:nvPr>
        </p:nvSpPr>
        <p:spPr>
          <a:xfrm>
            <a:off x="1024128" y="585216"/>
            <a:ext cx="8018272" cy="1499616"/>
          </a:xfrm>
        </p:spPr>
        <p:txBody>
          <a:bodyPr>
            <a:normAutofit/>
          </a:bodyPr>
          <a:lstStyle/>
          <a:p>
            <a:r>
              <a:rPr lang="nl-NL" altLang="nl-NL" b="1" cap="none" dirty="0">
                <a:latin typeface="Arial" panose="020B0604020202020204" pitchFamily="34" charset="0"/>
              </a:rPr>
              <a:t>Israël–Palestina conflict</a:t>
            </a:r>
            <a:br>
              <a:rPr lang="nl-NL" altLang="nl-NL" cap="none" dirty="0">
                <a:latin typeface="Arial" panose="020B0604020202020204" pitchFamily="34" charset="0"/>
              </a:rPr>
            </a:br>
            <a:endParaRPr lang="nl-NL" dirty="0"/>
          </a:p>
        </p:txBody>
      </p:sp>
      <p:sp>
        <p:nvSpPr>
          <p:cNvPr id="4" name="Rectangle 1">
            <a:extLst>
              <a:ext uri="{FF2B5EF4-FFF2-40B4-BE49-F238E27FC236}">
                <a16:creationId xmlns:a16="http://schemas.microsoft.com/office/drawing/2014/main" id="{026112D5-8033-7994-9C2E-CDCA09A04FB4}"/>
              </a:ext>
            </a:extLst>
          </p:cNvPr>
          <p:cNvSpPr>
            <a:spLocks noGrp="1" noChangeArrowheads="1"/>
          </p:cNvSpPr>
          <p:nvPr>
            <p:ph idx="1"/>
          </p:nvPr>
        </p:nvSpPr>
        <p:spPr bwMode="auto">
          <a:xfrm>
            <a:off x="1024128" y="2286000"/>
            <a:ext cx="8018271" cy="402336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fontScale="85000" lnSpcReduction="10000"/>
          </a:bodyPr>
          <a:lstStyle/>
          <a:p>
            <a:pPr eaLnBrk="0" fontAlgn="base" hangingPunct="0">
              <a:lnSpc>
                <a:spcPct val="150000"/>
              </a:lnSpc>
              <a:spcBef>
                <a:spcPct val="0"/>
              </a:spcBef>
              <a:spcAft>
                <a:spcPts val="600"/>
              </a:spcAft>
              <a:buClrTx/>
              <a:buSzTx/>
              <a:buFont typeface="Arial" panose="020B0604020202020204" pitchFamily="34" charset="0"/>
              <a:buChar char="•"/>
            </a:pPr>
            <a:r>
              <a:rPr kumimoji="0" lang="nl-NL" altLang="nl-NL" b="1" i="0" u="none" strike="noStrike" cap="none" normalizeH="0" baseline="0" dirty="0">
                <a:ln>
                  <a:noFill/>
                </a:ln>
                <a:effectLst/>
                <a:latin typeface="Arial" panose="020B0604020202020204" pitchFamily="34" charset="0"/>
              </a:rPr>
              <a:t>1917 – 46: </a:t>
            </a:r>
            <a:r>
              <a:rPr kumimoji="0" lang="nl-NL" altLang="nl-NL" b="0" i="0" u="none" strike="noStrike" cap="none" normalizeH="0" baseline="0" dirty="0">
                <a:ln>
                  <a:noFill/>
                </a:ln>
                <a:effectLst/>
                <a:latin typeface="Arial" panose="020B0604020202020204" pitchFamily="34" charset="0"/>
              </a:rPr>
              <a:t>Joodse mensen kwamen naar Palestina</a:t>
            </a:r>
          </a:p>
          <a:p>
            <a:pPr eaLnBrk="0" fontAlgn="base" hangingPunct="0">
              <a:lnSpc>
                <a:spcPct val="150000"/>
              </a:lnSpc>
              <a:spcBef>
                <a:spcPct val="0"/>
              </a:spcBef>
              <a:spcAft>
                <a:spcPts val="600"/>
              </a:spcAft>
              <a:buClrTx/>
              <a:buSzTx/>
              <a:buFont typeface="Arial" panose="020B0604020202020204" pitchFamily="34" charset="0"/>
              <a:buChar char="•"/>
            </a:pPr>
            <a:r>
              <a:rPr kumimoji="0" lang="nl-NL" altLang="nl-NL" b="1" i="0" u="none" strike="noStrike" cap="none" normalizeH="0" baseline="0" dirty="0">
                <a:ln>
                  <a:noFill/>
                </a:ln>
                <a:effectLst/>
                <a:latin typeface="Arial" panose="020B0604020202020204" pitchFamily="34" charset="0"/>
              </a:rPr>
              <a:t>1947</a:t>
            </a:r>
            <a:r>
              <a:rPr kumimoji="0" lang="nl-NL" altLang="nl-NL" b="0" i="0" u="none" strike="noStrike" cap="none" normalizeH="0" baseline="0" dirty="0">
                <a:ln>
                  <a:noFill/>
                </a:ln>
                <a:effectLst/>
                <a:latin typeface="Arial" panose="020B0604020202020204" pitchFamily="34" charset="0"/>
              </a:rPr>
              <a:t> – VN-verdelingsplan</a:t>
            </a:r>
          </a:p>
          <a:p>
            <a:pPr eaLnBrk="0" fontAlgn="base" hangingPunct="0">
              <a:lnSpc>
                <a:spcPct val="150000"/>
              </a:lnSpc>
              <a:spcBef>
                <a:spcPct val="0"/>
              </a:spcBef>
              <a:spcAft>
                <a:spcPts val="600"/>
              </a:spcAft>
              <a:buClrTx/>
              <a:buSzTx/>
              <a:buFont typeface="Arial" panose="020B0604020202020204" pitchFamily="34" charset="0"/>
              <a:buChar char="•"/>
            </a:pPr>
            <a:r>
              <a:rPr kumimoji="0" lang="nl-NL" altLang="nl-NL" b="1" i="0" u="none" strike="noStrike" cap="none" normalizeH="0" baseline="0" dirty="0">
                <a:ln>
                  <a:noFill/>
                </a:ln>
                <a:effectLst/>
                <a:latin typeface="Arial" panose="020B0604020202020204" pitchFamily="34" charset="0"/>
              </a:rPr>
              <a:t>1948</a:t>
            </a:r>
            <a:r>
              <a:rPr kumimoji="0" lang="nl-NL" altLang="nl-NL" b="0" i="0" u="none" strike="noStrike" cap="none" normalizeH="0" baseline="0" dirty="0">
                <a:ln>
                  <a:noFill/>
                </a:ln>
                <a:effectLst/>
                <a:latin typeface="Arial" panose="020B0604020202020204" pitchFamily="34" charset="0"/>
              </a:rPr>
              <a:t> – Oprichting Israël &amp; Palestijnse vluchtelingen</a:t>
            </a:r>
          </a:p>
          <a:p>
            <a:pPr eaLnBrk="0" fontAlgn="base" hangingPunct="0">
              <a:lnSpc>
                <a:spcPct val="150000"/>
              </a:lnSpc>
              <a:spcBef>
                <a:spcPct val="0"/>
              </a:spcBef>
              <a:spcAft>
                <a:spcPts val="600"/>
              </a:spcAft>
              <a:buClrTx/>
              <a:buSzTx/>
              <a:buFont typeface="Arial" panose="020B0604020202020204" pitchFamily="34" charset="0"/>
              <a:buChar char="•"/>
            </a:pPr>
            <a:r>
              <a:rPr kumimoji="0" lang="nl-NL" altLang="nl-NL" b="1" i="0" u="none" strike="noStrike" cap="none" normalizeH="0" baseline="0" dirty="0">
                <a:ln>
                  <a:noFill/>
                </a:ln>
                <a:effectLst/>
                <a:latin typeface="Arial" panose="020B0604020202020204" pitchFamily="34" charset="0"/>
              </a:rPr>
              <a:t>1967</a:t>
            </a:r>
            <a:r>
              <a:rPr kumimoji="0" lang="nl-NL" altLang="nl-NL" b="0" i="0" u="none" strike="noStrike" cap="none" normalizeH="0" baseline="0" dirty="0">
                <a:ln>
                  <a:noFill/>
                </a:ln>
                <a:effectLst/>
                <a:latin typeface="Arial" panose="020B0604020202020204" pitchFamily="34" charset="0"/>
              </a:rPr>
              <a:t> – Zesdaagse Oorlog: bezetting Gaza &amp; Westoever</a:t>
            </a:r>
          </a:p>
          <a:p>
            <a:pPr eaLnBrk="0" fontAlgn="base" hangingPunct="0">
              <a:lnSpc>
                <a:spcPct val="150000"/>
              </a:lnSpc>
              <a:spcBef>
                <a:spcPct val="0"/>
              </a:spcBef>
              <a:spcAft>
                <a:spcPts val="600"/>
              </a:spcAft>
              <a:buClrTx/>
              <a:buSzTx/>
              <a:buFont typeface="Arial" panose="020B0604020202020204" pitchFamily="34" charset="0"/>
              <a:buChar char="•"/>
            </a:pPr>
            <a:r>
              <a:rPr kumimoji="0" lang="nl-NL" altLang="nl-NL" b="1" i="0" u="none" strike="noStrike" cap="none" normalizeH="0" baseline="0" dirty="0">
                <a:ln>
                  <a:noFill/>
                </a:ln>
                <a:effectLst/>
                <a:latin typeface="Arial" panose="020B0604020202020204" pitchFamily="34" charset="0"/>
              </a:rPr>
              <a:t>1993</a:t>
            </a:r>
            <a:r>
              <a:rPr kumimoji="0" lang="nl-NL" altLang="nl-NL" b="0" i="0" u="none" strike="noStrike" cap="none" normalizeH="0" baseline="0" dirty="0">
                <a:ln>
                  <a:noFill/>
                </a:ln>
                <a:effectLst/>
                <a:latin typeface="Arial" panose="020B0604020202020204" pitchFamily="34" charset="0"/>
              </a:rPr>
              <a:t> – Oslo-akkoorden (poging tot vrede)</a:t>
            </a:r>
          </a:p>
          <a:p>
            <a:pPr eaLnBrk="0" fontAlgn="base" hangingPunct="0">
              <a:lnSpc>
                <a:spcPct val="150000"/>
              </a:lnSpc>
              <a:spcBef>
                <a:spcPct val="0"/>
              </a:spcBef>
              <a:spcAft>
                <a:spcPts val="600"/>
              </a:spcAft>
              <a:buClrTx/>
              <a:buSzTx/>
              <a:buFont typeface="Arial" panose="020B0604020202020204" pitchFamily="34" charset="0"/>
              <a:buChar char="•"/>
            </a:pPr>
            <a:r>
              <a:rPr kumimoji="0" lang="nl-NL" altLang="nl-NL" b="1" i="0" u="none" strike="noStrike" cap="none" normalizeH="0" baseline="0" dirty="0">
                <a:ln>
                  <a:noFill/>
                </a:ln>
                <a:effectLst/>
                <a:latin typeface="Arial" panose="020B0604020202020204" pitchFamily="34" charset="0"/>
              </a:rPr>
              <a:t>2023–heden</a:t>
            </a:r>
            <a:r>
              <a:rPr kumimoji="0" lang="nl-NL" altLang="nl-NL" b="0" i="0" u="none" strike="noStrike" cap="none" normalizeH="0" baseline="0" dirty="0">
                <a:ln>
                  <a:noFill/>
                </a:ln>
                <a:effectLst/>
                <a:latin typeface="Arial" panose="020B0604020202020204" pitchFamily="34" charset="0"/>
              </a:rPr>
              <a:t> – Grote escalatie van geweld</a:t>
            </a:r>
          </a:p>
          <a:p>
            <a:pPr marL="0" marR="0" lvl="0" indent="0" defTabSz="914400" rtl="0" eaLnBrk="0" fontAlgn="base" latinLnBrk="0" hangingPunct="0">
              <a:spcBef>
                <a:spcPct val="0"/>
              </a:spcBef>
              <a:spcAft>
                <a:spcPts val="600"/>
              </a:spcAft>
              <a:buClrTx/>
              <a:buSzTx/>
              <a:buFontTx/>
              <a:buNone/>
              <a:tabLst/>
            </a:pPr>
            <a:endParaRPr kumimoji="0" lang="nl-NL" altLang="nl-NL"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1274498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B05EB70-50D2-8B87-3AE7-1DEE0C67F798}"/>
              </a:ext>
            </a:extLst>
          </p:cNvPr>
          <p:cNvSpPr>
            <a:spLocks noGrp="1"/>
          </p:cNvSpPr>
          <p:nvPr>
            <p:ph type="title"/>
          </p:nvPr>
        </p:nvSpPr>
        <p:spPr/>
        <p:txBody>
          <a:bodyPr/>
          <a:lstStyle/>
          <a:p>
            <a:endParaRPr lang="nl-NL" dirty="0"/>
          </a:p>
        </p:txBody>
      </p:sp>
      <p:sp>
        <p:nvSpPr>
          <p:cNvPr id="3" name="Tijdelijke aanduiding voor inhoud 2">
            <a:extLst>
              <a:ext uri="{FF2B5EF4-FFF2-40B4-BE49-F238E27FC236}">
                <a16:creationId xmlns:a16="http://schemas.microsoft.com/office/drawing/2014/main" id="{41F51E93-516D-8F26-473E-4B451E5847B1}"/>
              </a:ext>
            </a:extLst>
          </p:cNvPr>
          <p:cNvSpPr>
            <a:spLocks noGrp="1"/>
          </p:cNvSpPr>
          <p:nvPr>
            <p:ph idx="1"/>
          </p:nvPr>
        </p:nvSpPr>
        <p:spPr/>
        <p:txBody>
          <a:bodyPr/>
          <a:lstStyle/>
          <a:p>
            <a:endParaRPr lang="nl-NL"/>
          </a:p>
        </p:txBody>
      </p:sp>
      <p:pic>
        <p:nvPicPr>
          <p:cNvPr id="2050" name="Picture 2" descr="Map of the Week: Unraveling the Borders of Israel and ...">
            <a:extLst>
              <a:ext uri="{FF2B5EF4-FFF2-40B4-BE49-F238E27FC236}">
                <a16:creationId xmlns:a16="http://schemas.microsoft.com/office/drawing/2014/main" id="{8EF0AB4E-4A97-0F71-E193-6E4D4F93A0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8300" y="476250"/>
            <a:ext cx="8915400" cy="5905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39714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C7DD0F-AF44-2F4D-3DC4-A6936A288356}"/>
              </a:ext>
            </a:extLst>
          </p:cNvPr>
          <p:cNvSpPr>
            <a:spLocks noGrp="1"/>
          </p:cNvSpPr>
          <p:nvPr>
            <p:ph type="title"/>
          </p:nvPr>
        </p:nvSpPr>
        <p:spPr>
          <a:xfrm>
            <a:off x="1024128" y="585216"/>
            <a:ext cx="8018272" cy="1499616"/>
          </a:xfrm>
        </p:spPr>
        <p:txBody>
          <a:bodyPr>
            <a:normAutofit fontScale="90000"/>
          </a:bodyPr>
          <a:lstStyle/>
          <a:p>
            <a:r>
              <a:rPr lang="nl-NL" sz="3900"/>
              <a:t>Opdracht </a:t>
            </a:r>
            <a:br>
              <a:rPr lang="nl-NL" sz="3900"/>
            </a:br>
            <a:r>
              <a:rPr lang="nl-NL" sz="3900"/>
              <a:t>(laptop gebruik mag, Antwoorden in schrift)</a:t>
            </a:r>
          </a:p>
        </p:txBody>
      </p:sp>
      <p:sp>
        <p:nvSpPr>
          <p:cNvPr id="3" name="Tijdelijke aanduiding voor inhoud 2">
            <a:extLst>
              <a:ext uri="{FF2B5EF4-FFF2-40B4-BE49-F238E27FC236}">
                <a16:creationId xmlns:a16="http://schemas.microsoft.com/office/drawing/2014/main" id="{EC72B45D-8770-8965-6362-C867244E5F32}"/>
              </a:ext>
            </a:extLst>
          </p:cNvPr>
          <p:cNvSpPr>
            <a:spLocks noGrp="1"/>
          </p:cNvSpPr>
          <p:nvPr>
            <p:ph idx="1"/>
          </p:nvPr>
        </p:nvSpPr>
        <p:spPr>
          <a:xfrm>
            <a:off x="1024128" y="2286000"/>
            <a:ext cx="8018271" cy="4023360"/>
          </a:xfrm>
        </p:spPr>
        <p:txBody>
          <a:bodyPr>
            <a:normAutofit/>
          </a:bodyPr>
          <a:lstStyle/>
          <a:p>
            <a:pPr marL="0" indent="0">
              <a:buNone/>
            </a:pPr>
            <a:r>
              <a:rPr lang="nl-NL" b="1" dirty="0"/>
              <a:t>a)</a:t>
            </a:r>
            <a:r>
              <a:rPr lang="nl-NL" dirty="0"/>
              <a:t>Waarom is Jeruzalem voor Joden belangrijk? Geef 3 redenen</a:t>
            </a:r>
          </a:p>
          <a:p>
            <a:pPr marL="0" indent="0">
              <a:buNone/>
            </a:pPr>
            <a:r>
              <a:rPr lang="nl-NL" b="1" dirty="0"/>
              <a:t>b) </a:t>
            </a:r>
            <a:r>
              <a:rPr lang="nl-NL" dirty="0"/>
              <a:t>Waarom is Jeruzalem voor Christenen belangrijk? Geef 2 redenen die je niet bij a genoemd hebt</a:t>
            </a:r>
          </a:p>
          <a:p>
            <a:pPr marL="0" indent="0">
              <a:buNone/>
            </a:pPr>
            <a:r>
              <a:rPr lang="nl-NL" b="1" dirty="0"/>
              <a:t>c) </a:t>
            </a:r>
            <a:r>
              <a:rPr lang="nl-NL" dirty="0"/>
              <a:t>Waarom is Jeruzalem voor Moslims belangrijk? Geef 1 reden die je niet bij a of b genoemd hebt.</a:t>
            </a:r>
            <a:endParaRPr lang="nl-NL" b="1" dirty="0"/>
          </a:p>
        </p:txBody>
      </p:sp>
    </p:spTree>
    <p:extLst>
      <p:ext uri="{BB962C8B-B14F-4D97-AF65-F5344CB8AC3E}">
        <p14:creationId xmlns:p14="http://schemas.microsoft.com/office/powerpoint/2010/main" val="37950436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BF9E406-0D62-C746-A6F1-C455128CEA95}"/>
              </a:ext>
            </a:extLst>
          </p:cNvPr>
          <p:cNvSpPr>
            <a:spLocks noGrp="1"/>
          </p:cNvSpPr>
          <p:nvPr>
            <p:ph type="title"/>
          </p:nvPr>
        </p:nvSpPr>
        <p:spPr>
          <a:xfrm>
            <a:off x="1024128" y="585216"/>
            <a:ext cx="4407188" cy="1499616"/>
          </a:xfrm>
        </p:spPr>
        <p:txBody>
          <a:bodyPr/>
          <a:lstStyle/>
          <a:p>
            <a:r>
              <a:rPr lang="nl-NL" dirty="0"/>
              <a:t>Joods perspectief</a:t>
            </a:r>
          </a:p>
        </p:txBody>
      </p:sp>
      <p:sp>
        <p:nvSpPr>
          <p:cNvPr id="3" name="Tijdelijke aanduiding voor inhoud 2">
            <a:extLst>
              <a:ext uri="{FF2B5EF4-FFF2-40B4-BE49-F238E27FC236}">
                <a16:creationId xmlns:a16="http://schemas.microsoft.com/office/drawing/2014/main" id="{B9CDDD4A-05B1-8F69-73F3-1FD4EA452352}"/>
              </a:ext>
            </a:extLst>
          </p:cNvPr>
          <p:cNvSpPr>
            <a:spLocks noGrp="1"/>
          </p:cNvSpPr>
          <p:nvPr>
            <p:ph idx="1"/>
          </p:nvPr>
        </p:nvSpPr>
        <p:spPr>
          <a:xfrm>
            <a:off x="1024128" y="2286000"/>
            <a:ext cx="4120749" cy="4023360"/>
          </a:xfrm>
        </p:spPr>
        <p:txBody>
          <a:bodyPr/>
          <a:lstStyle/>
          <a:p>
            <a:pPr>
              <a:buFont typeface="Arial" panose="020B0604020202020204" pitchFamily="34" charset="0"/>
              <a:buChar char="•"/>
            </a:pPr>
            <a:r>
              <a:rPr lang="nl-NL" dirty="0"/>
              <a:t> Jeruzalem is de hoofdstad van het beloofde land</a:t>
            </a:r>
          </a:p>
          <a:p>
            <a:pPr>
              <a:buFont typeface="Arial" panose="020B0604020202020204" pitchFamily="34" charset="0"/>
              <a:buChar char="•"/>
            </a:pPr>
            <a:r>
              <a:rPr lang="nl-NL" dirty="0"/>
              <a:t> De tempel staat in Jeruzalem</a:t>
            </a:r>
          </a:p>
          <a:p>
            <a:pPr>
              <a:buFont typeface="Arial" panose="020B0604020202020204" pitchFamily="34" charset="0"/>
              <a:buChar char="•"/>
            </a:pPr>
            <a:r>
              <a:rPr lang="nl-NL" dirty="0"/>
              <a:t> </a:t>
            </a:r>
            <a:r>
              <a:rPr lang="nl-NL" dirty="0" err="1"/>
              <a:t>Israel</a:t>
            </a:r>
            <a:r>
              <a:rPr lang="nl-NL" dirty="0"/>
              <a:t> als land is nodig voor veiligheid</a:t>
            </a:r>
          </a:p>
        </p:txBody>
      </p:sp>
      <p:sp>
        <p:nvSpPr>
          <p:cNvPr id="5" name="Titel 1">
            <a:extLst>
              <a:ext uri="{FF2B5EF4-FFF2-40B4-BE49-F238E27FC236}">
                <a16:creationId xmlns:a16="http://schemas.microsoft.com/office/drawing/2014/main" id="{1D901BA6-0225-BBBA-5959-865A897AA2CF}"/>
              </a:ext>
            </a:extLst>
          </p:cNvPr>
          <p:cNvSpPr txBox="1">
            <a:spLocks/>
          </p:cNvSpPr>
          <p:nvPr/>
        </p:nvSpPr>
        <p:spPr>
          <a:xfrm>
            <a:off x="6255304" y="585216"/>
            <a:ext cx="5431316" cy="1499616"/>
          </a:xfrm>
          <a:prstGeom prst="rect">
            <a:avLst/>
          </a:prstGeom>
        </p:spPr>
        <p:txBody>
          <a:bodyPr vert="horz" lIns="91440" tIns="45720" rIns="91440" bIns="45720" rtlCol="0" anchor="ctr">
            <a:normAutofit/>
          </a:bodyPr>
          <a:lst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a:lstStyle>
          <a:p>
            <a:r>
              <a:rPr lang="nl-NL" dirty="0"/>
              <a:t>Palestijns perspectief</a:t>
            </a:r>
          </a:p>
        </p:txBody>
      </p:sp>
      <p:sp>
        <p:nvSpPr>
          <p:cNvPr id="6" name="Tijdelijke aanduiding voor inhoud 2">
            <a:extLst>
              <a:ext uri="{FF2B5EF4-FFF2-40B4-BE49-F238E27FC236}">
                <a16:creationId xmlns:a16="http://schemas.microsoft.com/office/drawing/2014/main" id="{D67D01C4-9A1B-1B1D-CC5D-2C3A255DBBA9}"/>
              </a:ext>
            </a:extLst>
          </p:cNvPr>
          <p:cNvSpPr txBox="1">
            <a:spLocks/>
          </p:cNvSpPr>
          <p:nvPr/>
        </p:nvSpPr>
        <p:spPr>
          <a:xfrm>
            <a:off x="6255304" y="2249424"/>
            <a:ext cx="4120749" cy="4023360"/>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buFont typeface="Arial" panose="020B0604020202020204" pitchFamily="34" charset="0"/>
              <a:buChar char="•"/>
            </a:pPr>
            <a:r>
              <a:rPr lang="nl-NL" dirty="0"/>
              <a:t> </a:t>
            </a:r>
            <a:r>
              <a:rPr lang="nl-NL" dirty="0" err="1"/>
              <a:t>Mohammed’s</a:t>
            </a:r>
            <a:r>
              <a:rPr lang="nl-NL" dirty="0"/>
              <a:t> nachtreis kwam op de Tempelberg</a:t>
            </a:r>
          </a:p>
          <a:p>
            <a:pPr>
              <a:buFont typeface="Arial" panose="020B0604020202020204" pitchFamily="34" charset="0"/>
              <a:buChar char="•"/>
            </a:pPr>
            <a:r>
              <a:rPr lang="nl-NL" dirty="0"/>
              <a:t>De  Al-</a:t>
            </a:r>
            <a:r>
              <a:rPr lang="nl-NL" dirty="0" err="1"/>
              <a:t>Asqa</a:t>
            </a:r>
            <a:r>
              <a:rPr lang="nl-NL" dirty="0"/>
              <a:t> Moskee staat daar</a:t>
            </a:r>
          </a:p>
          <a:p>
            <a:pPr>
              <a:buFont typeface="Arial" panose="020B0604020202020204" pitchFamily="34" charset="0"/>
              <a:buChar char="•"/>
            </a:pPr>
            <a:r>
              <a:rPr lang="nl-NL" dirty="0"/>
              <a:t> Palestijnen woonden al millennia in dat gebied </a:t>
            </a:r>
          </a:p>
        </p:txBody>
      </p:sp>
    </p:spTree>
    <p:extLst>
      <p:ext uri="{BB962C8B-B14F-4D97-AF65-F5344CB8AC3E}">
        <p14:creationId xmlns:p14="http://schemas.microsoft.com/office/powerpoint/2010/main" val="39614894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EAB2B-14DE-2E21-17A5-4498E73E870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DC320A7-B458-1E29-F48B-7F13D6A83B8F}"/>
              </a:ext>
            </a:extLst>
          </p:cNvPr>
          <p:cNvSpPr>
            <a:spLocks noGrp="1"/>
          </p:cNvSpPr>
          <p:nvPr>
            <p:ph type="title"/>
          </p:nvPr>
        </p:nvSpPr>
        <p:spPr/>
        <p:txBody>
          <a:bodyPr/>
          <a:lstStyle/>
          <a:p>
            <a:endParaRPr lang="nl-NL"/>
          </a:p>
        </p:txBody>
      </p:sp>
      <p:pic>
        <p:nvPicPr>
          <p:cNvPr id="4" name="Onlinemedia 3" title="Solomon's Temple 3D">
            <a:hlinkClick r:id="" action="ppaction://media"/>
            <a:extLst>
              <a:ext uri="{FF2B5EF4-FFF2-40B4-BE49-F238E27FC236}">
                <a16:creationId xmlns:a16="http://schemas.microsoft.com/office/drawing/2014/main" id="{66504365-8208-F22D-2BC0-50C0F36D06E5}"/>
              </a:ext>
            </a:extLst>
          </p:cNvPr>
          <p:cNvPicPr>
            <a:picLocks noGrp="1" noRot="1" noChangeAspect="1"/>
          </p:cNvPicPr>
          <p:nvPr>
            <p:ph idx="1"/>
            <a:videoFile r:link="rId1"/>
          </p:nvPr>
        </p:nvPicPr>
        <p:blipFill>
          <a:blip r:embed="rId3"/>
          <a:stretch>
            <a:fillRect/>
          </a:stretch>
        </p:blipFill>
        <p:spPr>
          <a:xfrm>
            <a:off x="759871" y="585216"/>
            <a:ext cx="10408001" cy="5880462"/>
          </a:xfrm>
          <a:prstGeom prst="rect">
            <a:avLst/>
          </a:prstGeom>
        </p:spPr>
      </p:pic>
    </p:spTree>
    <p:extLst>
      <p:ext uri="{BB962C8B-B14F-4D97-AF65-F5344CB8AC3E}">
        <p14:creationId xmlns:p14="http://schemas.microsoft.com/office/powerpoint/2010/main" val="2626535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1EEC0-2A3E-C5F9-F057-A61B8663B60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FF6D837-2EA5-1458-B7DE-F1C134C789B4}"/>
              </a:ext>
            </a:extLst>
          </p:cNvPr>
          <p:cNvSpPr>
            <a:spLocks noGrp="1"/>
          </p:cNvSpPr>
          <p:nvPr>
            <p:ph type="title"/>
          </p:nvPr>
        </p:nvSpPr>
        <p:spPr/>
        <p:txBody>
          <a:bodyPr/>
          <a:lstStyle/>
          <a:p>
            <a:r>
              <a:rPr lang="nl-NL" dirty="0"/>
              <a:t>Islam en de Tempelberg </a:t>
            </a:r>
          </a:p>
        </p:txBody>
      </p:sp>
      <p:pic>
        <p:nvPicPr>
          <p:cNvPr id="2050" name="Picture 2" descr="Jewish Ties to the Temple Mount - What's the Story? | HonestReporting">
            <a:extLst>
              <a:ext uri="{FF2B5EF4-FFF2-40B4-BE49-F238E27FC236}">
                <a16:creationId xmlns:a16="http://schemas.microsoft.com/office/drawing/2014/main" id="{041BFA6C-660F-5352-49D2-0DBF0EB5D7A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21873" y="2084832"/>
            <a:ext cx="8655233" cy="4496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37569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4272EBD-2783-9EE7-4BC8-41F0A7EAA1E9}"/>
              </a:ext>
            </a:extLst>
          </p:cNvPr>
          <p:cNvSpPr>
            <a:spLocks noGrp="1"/>
          </p:cNvSpPr>
          <p:nvPr>
            <p:ph type="title"/>
          </p:nvPr>
        </p:nvSpPr>
        <p:spPr>
          <a:xfrm>
            <a:off x="643468" y="643467"/>
            <a:ext cx="3415612" cy="5571066"/>
          </a:xfrm>
          <a:solidFill>
            <a:schemeClr val="accent4"/>
          </a:solidFill>
        </p:spPr>
        <p:txBody>
          <a:bodyPr>
            <a:normAutofit/>
          </a:bodyPr>
          <a:lstStyle/>
          <a:p>
            <a:r>
              <a:rPr lang="nl-NL" dirty="0">
                <a:solidFill>
                  <a:srgbClr val="FFFFFF"/>
                </a:solidFill>
              </a:rPr>
              <a:t>Opdracht</a:t>
            </a:r>
          </a:p>
        </p:txBody>
      </p:sp>
      <p:graphicFrame>
        <p:nvGraphicFramePr>
          <p:cNvPr id="6" name="Tijdelijke aanduiding voor inhoud 2">
            <a:extLst>
              <a:ext uri="{FF2B5EF4-FFF2-40B4-BE49-F238E27FC236}">
                <a16:creationId xmlns:a16="http://schemas.microsoft.com/office/drawing/2014/main" id="{18D908FB-E49B-69B9-CD6F-5824308CA953}"/>
              </a:ext>
            </a:extLst>
          </p:cNvPr>
          <p:cNvGraphicFramePr>
            <a:graphicFrameLocks noGrp="1"/>
          </p:cNvGraphicFramePr>
          <p:nvPr>
            <p:ph idx="1"/>
          </p:nvPr>
        </p:nvGraphicFramePr>
        <p:xfrm>
          <a:off x="5603875" y="954088"/>
          <a:ext cx="5641975" cy="4921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983384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555</Words>
  <Application>Microsoft Macintosh PowerPoint</Application>
  <PresentationFormat>Widescreen</PresentationFormat>
  <Paragraphs>47</Paragraphs>
  <Slides>13</Slides>
  <Notes>0</Notes>
  <HiddenSlides>0</HiddenSlides>
  <MMClips>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Aptos Display</vt:lpstr>
      <vt:lpstr>Arial</vt:lpstr>
      <vt:lpstr>Office Theme</vt:lpstr>
      <vt:lpstr>Welkom H3B!</vt:lpstr>
      <vt:lpstr>Basisregels lokaal</vt:lpstr>
      <vt:lpstr>PowerPoint Presentation</vt:lpstr>
      <vt:lpstr>Vandaag</vt:lpstr>
      <vt:lpstr>Israel/Palestina: Joods belang</vt:lpstr>
      <vt:lpstr>Joodse opstand</vt:lpstr>
      <vt:lpstr>Israël–Palestina conflict </vt:lpstr>
      <vt:lpstr>PowerPoint Presentation</vt:lpstr>
      <vt:lpstr>Opdracht  (laptop gebruik mag, Antwoorden in schrift)</vt:lpstr>
      <vt:lpstr>Joods perspectief</vt:lpstr>
      <vt:lpstr>PowerPoint Presentation</vt:lpstr>
      <vt:lpstr>Islam en de Tempelberg </vt:lpstr>
      <vt:lpstr>Opdracht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Alexander de Jeger</dc:creator>
  <cp:lastModifiedBy>Alexander de Jeger</cp:lastModifiedBy>
  <cp:revision>1</cp:revision>
  <dcterms:created xsi:type="dcterms:W3CDTF">2026-03-04T18:31:10Z</dcterms:created>
  <dcterms:modified xsi:type="dcterms:W3CDTF">2026-03-04T18:32:01Z</dcterms:modified>
</cp:coreProperties>
</file>