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206240" cy="42062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4C87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338328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4C87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Islam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Oorsprong en de vijf zuilen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 ·  Klas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 ·  in stilte  ·  in je schrift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910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HERHALING: VORIGE TWEE LESSEN (CHRISTENDOM)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847088"/>
            <a:ext cx="7086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gebeurtenissen uit het leven van Jezus die aan bod kwamen in de escape room “Het kerkslot”.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377440"/>
            <a:ext cx="7086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verschillen tussen de katholieke en de protestantse kerk (denk aan: de paus, heiligenbeelden, avondmaal, bijbellezing).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VOORKENNIS: ISLAM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384048" cy="384048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291840"/>
            <a:ext cx="7086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jij zelf één of meer moslims, familie, buren, klasgenoten of vrienden? (Geen namen nodig.)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3749040"/>
            <a:ext cx="7086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weet je al over de islam? Noem minstens één woord, gewoonte of feit.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384048" cy="384048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4206240"/>
            <a:ext cx="7086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 je weleens een moskee gezien, in het echt, op tv, of op een foto? Wat viel je op?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OORSPRONG VAN DE ISLAM  ·  1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was Mohammed?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1920240"/>
          </a:xfrm>
          <a:prstGeom prst="ellipse">
            <a:avLst/>
          </a:prstGeom>
          <a:solidFill>
            <a:srgbClr val="0E4D4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Chr.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783080"/>
            <a:ext cx="5669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Geboren rond 570 na Christus in Mekka.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ongeveer veertigjarige leeftijd kreeg hij, volgens de islamitische overtuiging, zijn eerste openbaring, via de engel Djibriël (Gabriël).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openbaringen werden later vastgelegd in de Koran, het heilige boek van de islam.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OORSPRONG VAN DE ISLAM  ·  2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Hijra: de vlucht naar Medina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622 na Christus vertrok Mohammed met zijn volgelingen van Mekka naar Medina.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Reden: in Mekka stuitten hij en zijn boodschap op verzet en vervolging.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vertrek heet de Hijra. Vanaf dit jaar begint de islamitische jaartelling.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3794760"/>
            <a:ext cx="914400" cy="914400"/>
          </a:xfrm>
          <a:prstGeom prst="ellipse">
            <a:avLst/>
          </a:prstGeom>
          <a:solidFill>
            <a:srgbClr val="B8892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3794760"/>
            <a:ext cx="914400" cy="914400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4251960"/>
            <a:ext cx="402336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103120" y="3410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na Chr.  →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OORSPRONG VAN DE ISLAM  ·  3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was zijn boodschap?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B889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7315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is maar één God: Allah.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B889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7315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Iedereen is gelijk voor God, ongeacht rijkdom of afkomst.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B889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172968"/>
            <a:ext cx="7315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 goed voor armen, wezen en wie het moeilijk heeft.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B889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922776"/>
            <a:ext cx="7315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dag legt iedereen verantwoording af over zijn daden.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Zuilen van de Islam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6112" y="1600200"/>
            <a:ext cx="914400" cy="91440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Geloofsbelijdenis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05456" y="1600200"/>
            <a:ext cx="914400" cy="914400"/>
          </a:xfrm>
          <a:prstGeom prst="ellipse">
            <a:avLst/>
          </a:prstGeom>
          <a:solidFill>
            <a:srgbClr val="2980B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05456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57984" y="2697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57984" y="30358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0" y="1600200"/>
            <a:ext cx="914400" cy="914400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67328" y="2697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7328" y="30358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Aalmoezen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24144" y="1600200"/>
            <a:ext cx="914400" cy="91440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24144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76672" y="2697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76672" y="30358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33488" y="1600200"/>
            <a:ext cx="914400" cy="914400"/>
          </a:xfrm>
          <a:prstGeom prst="ellipse">
            <a:avLst/>
          </a:prstGeom>
          <a:solidFill>
            <a:srgbClr val="D6891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33488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86016" y="2697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Hadj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86016" y="30358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Bedevaart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meteen ontdek je zelf, aan de hand van Ibrahim en Fatima, wat elke zuil precies betekent.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WERKVORM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week in het leven van Ibrahim en Fatima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673352"/>
            <a:ext cx="73152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het bestand week-in-het-leven-vijf-zuilen.html.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20624" cy="420624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73152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elke anekdote naar de zuil waar hij bij hoort (of klik-klik op een touchscreen).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20624" cy="420624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990088"/>
            <a:ext cx="73152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Twijfel? Klik op het rondje met de “i” bij een zuil voor een korte uitleg.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420624" cy="420624"/>
          </a:xfrm>
          <a:prstGeom prst="ellipse">
            <a:avLst/>
          </a:prstGeom>
          <a:solidFill>
            <a:srgbClr val="0E4D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648456"/>
            <a:ext cx="73152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Klaar? Klik op “Controleer” en bekijk je score.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675888" y="452628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9936" y="4526280"/>
            <a:ext cx="256032" cy="25603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3984" y="4526280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28032" y="4526280"/>
            <a:ext cx="256032" cy="256032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2080" y="4526280"/>
            <a:ext cx="256032" cy="256032"/>
          </a:xfrm>
          <a:prstGeom prst="ellipse">
            <a:avLst/>
          </a:prstGeom>
          <a:solidFill>
            <a:srgbClr val="D6891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Shahada spreek je maar één keer in je leven uit en daarna nooit meer.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Salat mag je op elk moment van de dag doen, tijden maken niet uit.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is hetzelfde als vrijwillig geld geven wanneer je daar zin in hebt.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Sawm betekent dat je een hele maand lang de hele dag niets mag eten of drinken.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Iemand die ziek is, mag het vasten tijdens Sawm uitstellen.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Hadj moet je minstens één keer per jaar doen.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Tijdens de Hadj dragen mannen speciale kleding zodat rijk en arm er hetzelfde uitzien.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949440" y="457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4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maar één van de vijf zuilen niet doet, ben je geen moslim meer.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85032" y="44348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13639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48072" y="4434840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47731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4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4C87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566160"/>
            <a:ext cx="2560320" cy="256032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4C87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hoef je vandaag niet in te leveren. Voor jezelf.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zuil begrijp je nu beter dan aan het begin van de les?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waarom?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Islam: Oorsprong en de vijf zuilen</dc:title>
  <dc:subject>PptxGenJS Presentation</dc:subject>
  <dc:creator>Levensbeschouwing</dc:creator>
  <cp:lastModifiedBy>Levensbeschouwing</cp:lastModifiedBy>
  <cp:revision>1</cp:revision>
  <dcterms:created xsi:type="dcterms:W3CDTF">2026-07-01T08:25:11Z</dcterms:created>
  <dcterms:modified xsi:type="dcterms:W3CDTF">2026-07-01T08:25:11Z</dcterms:modified>
</cp:coreProperties>
</file>