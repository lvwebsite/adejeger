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de Jeger" userId="384ee8c3-c117-4237-b086-9811125ef759" providerId="ADAL" clId="{C95C0903-D049-56F1-87DE-19361C0ACDBD}"/>
    <pc:docChg chg="modSld">
      <pc:chgData name="Alexander de Jeger" userId="384ee8c3-c117-4237-b086-9811125ef759" providerId="ADAL" clId="{C95C0903-D049-56F1-87DE-19361C0ACDBD}" dt="2026-06-28T14:43:27.438" v="7" actId="20577"/>
      <pc:docMkLst>
        <pc:docMk/>
      </pc:docMkLst>
      <pc:sldChg chg="modSp mod">
        <pc:chgData name="Alexander de Jeger" userId="384ee8c3-c117-4237-b086-9811125ef759" providerId="ADAL" clId="{C95C0903-D049-56F1-87DE-19361C0ACDBD}" dt="2026-06-28T14:43:27.438" v="7" actId="20577"/>
        <pc:sldMkLst>
          <pc:docMk/>
          <pc:sldMk cId="0" sldId="260"/>
        </pc:sldMkLst>
        <pc:spChg chg="mod">
          <ac:chgData name="Alexander de Jeger" userId="384ee8c3-c117-4237-b086-9811125ef759" providerId="ADAL" clId="{C95C0903-D049-56F1-87DE-19361C0ACDBD}" dt="2026-06-28T14:42:55.769" v="4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lexander de Jeger" userId="384ee8c3-c117-4237-b086-9811125ef759" providerId="ADAL" clId="{C95C0903-D049-56F1-87DE-19361C0ACDBD}" dt="2026-06-28T14:43:27.438" v="7" actId="20577"/>
          <ac:spMkLst>
            <pc:docMk/>
            <pc:sldMk cId="0" sldId="260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0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C0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ETHIEK  ·  BRUGKLAS  ·  LES 12  ·  AFSLUITING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5ED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Ethiek Dorp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ga je zelf ethische keuzes maken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0" y="4297680"/>
            <a:ext cx="1371600" cy="1371600"/>
          </a:xfrm>
          <a:prstGeom prst="ellipse">
            <a:avLst/>
          </a:prstGeom>
          <a:solidFill>
            <a:srgbClr val="B8732A">
              <a:alpha val="40000"/>
            </a:srgbClr>
          </a:solidFill>
          <a:ln w="12700">
            <a:solidFill>
              <a:srgbClr val="B8732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9601200" y="4297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49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DD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A1C0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antwoorden in je schrift — 5 minuten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530352" y="1801368"/>
            <a:ext cx="402336" cy="402336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298448"/>
            <a:ext cx="452628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ethiek en gewone meningsvorming?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07608" y="1170432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6153912" y="1801368"/>
            <a:ext cx="402336" cy="402336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6153912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84264" y="1298448"/>
            <a:ext cx="452628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het verschil tussen een norm en een waarde. Geef van beide een voorbeeld.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" y="3035808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530352" y="3666744"/>
            <a:ext cx="402336" cy="402336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530352" y="3666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3163824"/>
            <a:ext cx="452628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theorie stelt: een handeling is goed als de uitkomst goed is voor de meeste mensen?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07608" y="3035808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6153912" y="3666744"/>
            <a:ext cx="402336" cy="402336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6153912" y="3666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84264" y="3163824"/>
            <a:ext cx="452628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verstaan we onder deugdethiek? Noem één deugd die jij belangrijk vindt.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95828" y="4901184"/>
            <a:ext cx="5349240" cy="1664208"/>
          </a:xfrm>
          <a:prstGeom prst="roundRect">
            <a:avLst>
              <a:gd name="adj" fmla="val 6593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3342132" y="5532120"/>
            <a:ext cx="402336" cy="402336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3342132" y="5532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72484" y="5029200"/>
            <a:ext cx="452628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je geweten en schuldgevoel?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DD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hebben we geleerd?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ethiekmodule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2104" y="1170432"/>
            <a:ext cx="1965960" cy="3931920"/>
          </a:xfrm>
          <a:prstGeom prst="roundRect">
            <a:avLst>
              <a:gd name="adj" fmla="val 6512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833018" y="1171346"/>
            <a:ext cx="1964131" cy="274320"/>
          </a:xfrm>
          <a:prstGeom prst="rect">
            <a:avLst/>
          </a:prstGeom>
          <a:solidFill>
            <a:srgbClr val="B8732A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832104" y="12435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Par.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9264" y="162763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Ethiek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06424" y="2862072"/>
            <a:ext cx="141732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941832" y="3044952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 en kwaad kiezen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1170432"/>
            <a:ext cx="1965960" cy="3931920"/>
          </a:xfrm>
          <a:prstGeom prst="roundRect">
            <a:avLst>
              <a:gd name="adj" fmla="val 6512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2972714" y="1171346"/>
            <a:ext cx="1964131" cy="274320"/>
          </a:xfrm>
          <a:prstGeom prst="rect">
            <a:avLst/>
          </a:prstGeom>
          <a:solidFill>
            <a:srgbClr val="B8732A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2971800" y="12435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Par.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2763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Normen &amp; waarden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862072"/>
            <a:ext cx="141732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3081528" y="3044952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samenleving verwacht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11496" y="1170432"/>
            <a:ext cx="1965960" cy="3931920"/>
          </a:xfrm>
          <a:prstGeom prst="roundRect">
            <a:avLst>
              <a:gd name="adj" fmla="val 6512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5112410" y="1171346"/>
            <a:ext cx="1964131" cy="274320"/>
          </a:xfrm>
          <a:prstGeom prst="rect">
            <a:avLst/>
          </a:prstGeom>
          <a:solidFill>
            <a:srgbClr val="B8732A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5111496" y="12435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Par.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48656" y="162763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maakt iets goed?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85816" y="2862072"/>
            <a:ext cx="141732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221224" y="3044952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ethische theorieën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51192" y="1170432"/>
            <a:ext cx="1965960" cy="3931920"/>
          </a:xfrm>
          <a:prstGeom prst="roundRect">
            <a:avLst>
              <a:gd name="adj" fmla="val 6512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7252106" y="1171346"/>
            <a:ext cx="1964131" cy="274320"/>
          </a:xfrm>
          <a:prstGeom prst="rect">
            <a:avLst/>
          </a:prstGeom>
          <a:solidFill>
            <a:srgbClr val="B8732A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251192" y="12435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Par.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88352" y="162763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 persoon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25512" y="2862072"/>
            <a:ext cx="141732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7360920" y="3044952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Deugdethiek en karakter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90888" y="1170432"/>
            <a:ext cx="1965960" cy="3931920"/>
          </a:xfrm>
          <a:prstGeom prst="roundRect">
            <a:avLst>
              <a:gd name="adj" fmla="val 6512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9391802" y="1171346"/>
            <a:ext cx="1964131" cy="274320"/>
          </a:xfrm>
          <a:prstGeom prst="rect">
            <a:avLst/>
          </a:prstGeom>
          <a:solidFill>
            <a:srgbClr val="B8732A">
              <a:alpha val="25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9390888" y="124358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Par. 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528048" y="162763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Geweten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65208" y="2862072"/>
            <a:ext cx="141732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9500616" y="3044952"/>
            <a:ext cx="17465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Schuldgevoel en innerlijke stem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5266944"/>
            <a:ext cx="6336792" cy="73152"/>
          </a:xfrm>
          <a:prstGeom prst="rect">
            <a:avLst/>
          </a:prstGeom>
          <a:solidFill>
            <a:srgbClr val="B8732A">
              <a:alpha val="40000"/>
            </a:srgbClr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1828800" y="5431536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87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Vandaag gebruik je alles wat je geleerd hebt in één spel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DD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A1C0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5ED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werkt Ethiek Dorp?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3796" y="1170432"/>
            <a:ext cx="2514600" cy="3840480"/>
          </a:xfrm>
          <a:prstGeom prst="roundRect">
            <a:avLst>
              <a:gd name="adj" fmla="val 5091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1591056" y="1481328"/>
            <a:ext cx="640080" cy="640080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591056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8388" y="2249424"/>
            <a:ext cx="21854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door het dorp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28116" y="3273552"/>
            <a:ext cx="196596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818388" y="3438144"/>
            <a:ext cx="2185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Verken de 3D-omgeving. Ga naar straten, huizen en winkels.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42716" y="1170432"/>
            <a:ext cx="2514600" cy="3840480"/>
          </a:xfrm>
          <a:prstGeom prst="roundRect">
            <a:avLst>
              <a:gd name="adj" fmla="val 5091"/>
            </a:avLst>
          </a:prstGeom>
          <a:solidFill>
            <a:srgbClr val="FAF3E6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4379976" y="1481328"/>
            <a:ext cx="640080" cy="640080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379976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07308" y="2249424"/>
            <a:ext cx="21854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6 mensen op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17036" y="3273552"/>
            <a:ext cx="196596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607308" y="3438144"/>
            <a:ext cx="2185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bakker, burgemeester, dokter, jongere, beste vriend en fabriekseigenaar.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1636" y="1170432"/>
            <a:ext cx="2514600" cy="3840480"/>
          </a:xfrm>
          <a:prstGeom prst="roundRect">
            <a:avLst>
              <a:gd name="adj" fmla="val 5091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7168896" y="1481328"/>
            <a:ext cx="640080" cy="640080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7168896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96228" y="2249424"/>
            <a:ext cx="21854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Verplaats je en kies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05956" y="3273552"/>
            <a:ext cx="196596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396228" y="3438144"/>
            <a:ext cx="2185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de situatie. Kies één van de opties. Schrijf in je schrift waarom jij zo kiest.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20556" y="1170432"/>
            <a:ext cx="2514600" cy="3840480"/>
          </a:xfrm>
          <a:prstGeom prst="roundRect">
            <a:avLst>
              <a:gd name="adj" fmla="val 5091"/>
            </a:avLst>
          </a:prstGeom>
          <a:solidFill>
            <a:srgbClr val="FAF3E6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9957816" y="1481328"/>
            <a:ext cx="640080" cy="640080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9957816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85148" y="2249424"/>
            <a:ext cx="21854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 het begrip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94876" y="3273552"/>
            <a:ext cx="1965960" cy="0"/>
          </a:xfrm>
          <a:prstGeom prst="line">
            <a:avLst/>
          </a:prstGeom>
          <a:noFill/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9185148" y="3438144"/>
            <a:ext cx="2185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je keuze zie je welk ethisch begrip erachter zit. Herken je het?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21208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2A1C0E">
              <a:alpha val="15000"/>
            </a:srgbClr>
          </a:solidFill>
          <a:ln w="12700">
            <a:solidFill>
              <a:srgbClr val="D0BFA0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 bewoners:  De Bakker  ·  De Burgemeester  ·  De Dokter  ·  De Jongere  ·  Je Beste Vriend  ·  De Fabriekseigenaar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C0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SLAG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F5ED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het spel op je apparaat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4754880" cy="2103120"/>
          </a:xfrm>
          <a:prstGeom prst="roundRect">
            <a:avLst>
              <a:gd name="adj" fmla="val 6087"/>
            </a:avLst>
          </a:prstGeom>
          <a:solidFill>
            <a:srgbClr val="FAF3E6"/>
          </a:solidFill>
          <a:ln w="12700">
            <a:solidFill>
              <a:srgbClr val="D0B8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115568" y="3218688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" y="3584448"/>
            <a:ext cx="4352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</a:t>
            </a:r>
            <a:r>
              <a:rPr lang="en-US" sz="18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0" y="3017520"/>
            <a:ext cx="4754880" cy="2103120"/>
          </a:xfrm>
          <a:prstGeom prst="roundRect">
            <a:avLst>
              <a:gd name="adj" fmla="val 6087"/>
            </a:avLst>
          </a:prstGeom>
          <a:solidFill>
            <a:srgbClr val="FAF3E6"/>
          </a:solidFill>
          <a:ln w="12700">
            <a:solidFill>
              <a:srgbClr val="D0B89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327648" y="3218688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B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OP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27648" y="3584448"/>
            <a:ext cx="4352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bij elke keuze jouw reden op in je schrift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DD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Nabespreking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A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klassengesprek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74552" cy="1645920"/>
          </a:xfrm>
          <a:prstGeom prst="roundRect">
            <a:avLst>
              <a:gd name="adj" fmla="val 7778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749808" y="1554480"/>
            <a:ext cx="475488" cy="475488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749808" y="1554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353312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keuze vond jij het moeilijkst? Wat maakte het zo lastig?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74552" cy="1645920"/>
          </a:xfrm>
          <a:prstGeom prst="roundRect">
            <a:avLst>
              <a:gd name="adj" fmla="val 7778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749808" y="3401568"/>
            <a:ext cx="475488" cy="475488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749808" y="3401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20040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er een keuze waarbij je het niet eens was met het ethische begrip dat erbij hoorde? Waarom niet?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64608"/>
            <a:ext cx="11274552" cy="1645920"/>
          </a:xfrm>
          <a:prstGeom prst="roundRect">
            <a:avLst>
              <a:gd name="adj" fmla="val 7778"/>
            </a:avLst>
          </a:prstGeom>
          <a:solidFill>
            <a:srgbClr val="EDE0C4"/>
          </a:solidFill>
          <a:ln w="12700">
            <a:solidFill>
              <a:srgbClr val="D0BFA0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749808" y="5248656"/>
            <a:ext cx="475488" cy="475488"/>
          </a:xfrm>
          <a:prstGeom prst="ellipse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749808" y="5248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5047488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B2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van de vijf ethische begrippen past het beste bij jouw eigen waarden?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C0E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873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D49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719072"/>
            <a:ext cx="10360152" cy="2377440"/>
          </a:xfrm>
          <a:prstGeom prst="roundRect">
            <a:avLst>
              <a:gd name="adj" fmla="val 6154"/>
            </a:avLst>
          </a:prstGeom>
          <a:solidFill>
            <a:srgbClr val="FAF3E6"/>
          </a:solidFill>
          <a:ln w="12700">
            <a:solidFill>
              <a:srgbClr val="D4956B"/>
            </a:solidFill>
            <a:prstDash val="solid"/>
          </a:ln>
          <a:effectLst>
            <a:outerShdw blurRad="127000" dist="38100" dir="2700000" algn="bl" rotWithShape="0">
              <a:srgbClr val="2A1C0E">
                <a:alpha val="15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9811512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Schrijf in je schrift: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"Vandaag heb ik geleerd dat ethiek…"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10360152" cy="1463040"/>
          </a:xfrm>
          <a:prstGeom prst="roundRect">
            <a:avLst>
              <a:gd name="adj" fmla="val 8750"/>
            </a:avLst>
          </a:prstGeom>
          <a:solidFill>
            <a:srgbClr val="FAF3E6"/>
          </a:solidFill>
          <a:ln w="12700">
            <a:solidFill>
              <a:srgbClr val="D4956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170432" y="4462272"/>
            <a:ext cx="9848088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B2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bewoner had de moeilijkste keuze volgens jou, en waarom?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8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je schrift in aan het einde van de les.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</Words>
  <Application>Microsoft Macintosh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de Jeger</cp:lastModifiedBy>
  <cp:revision>1</cp:revision>
  <dcterms:created xsi:type="dcterms:W3CDTF">2026-06-27T20:39:09Z</dcterms:created>
  <dcterms:modified xsi:type="dcterms:W3CDTF">2026-06-28T14:43:29Z</dcterms:modified>
</cp:coreProperties>
</file>