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8" r:id="rId2"/>
    <p:sldId id="256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09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vragen — schrijf in je schrift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3990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belangrijkste dat we sámen in een land moeten regelen?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20848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Stel: jij bent één dag de baas van Nederland. Wat verander je als eerste?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27706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mensen willen iets totaal anders. Hoe besluit je wie z'n zin krijgt?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34564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is een beslissing “eerlijk”? Waaraan zie je dat?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41422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Bedenk één onderwerp waar volwassenen in Nederland ruzie over maken.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· klas 1 · Les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politiek?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waarom maken mensen er ruzie over?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164592" cy="16459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4"/>
          <p:cNvSpPr/>
          <p:nvPr/>
        </p:nvSpPr>
        <p:spPr>
          <a:xfrm>
            <a:off x="914400" y="4480560"/>
            <a:ext cx="164592" cy="164592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1188720" y="4480560"/>
            <a:ext cx="164592" cy="164592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oefenen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Klassenkas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spel waarin jullie samen beslissen over zes voorstellen — terwijl iedereen wat anders wil.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SPEL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ligt er op tafel?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28600" cy="2286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Voorstelkaarten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23360" y="14173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Liggen open in het midden. Ideeën voor de school.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28600" cy="2286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Identiteitskaart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23360" y="2194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Geheim. Alleen jij ziet 'm. Hierop staat hoe sterk je voor of tegen elk voorstel bent.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fiches (3 rood &amp; 3 </a:t>
            </a:r>
            <a:r>
              <a:rPr lang="en-US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groen</a:t>
            </a: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23360" y="29718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hand. Met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groen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stem je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met rood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tegen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Je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hebt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maar 3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tegen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stemmen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terwijl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 6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voorstellen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Je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kiezen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228600" cy="2286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91440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Scorebriefje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23360" y="37490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houd je je punten bij.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JE IDENTITEITSKAART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niveaus van voorkeur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 HEEL GRAAG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52160" y="14173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/ 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19456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 EEN BEETJE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52160" y="21945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/ 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297180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 LIEVER NIET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52160" y="29718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 / +1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731520" y="374904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374904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 HELEMAAL NIET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52160" y="37490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–3 / +3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Punten = aangenomen / afgewezen.   Voorstellen die niet op je kaart staan = 0 punten.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SPELVERLOOP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fasen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alle 6 voorstellen. Bekijk in stilte je geheime identiteitskaart. Bedenk: wat is mijn grootste winst, en wat kost het me?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Onderhandelen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71600" y="2834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Praat met je medespelers. Maak deals: “Ik leg EENS op jouw schoolhond als jij ONEENS op mijn camera's legt.” Je mag liegen. Je kaart blíjf je geheim houden.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3611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Stemmen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71600" y="3977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voorstel: iedereen legt tegelijk een EENS- of ONEENS-kaart OMGEKEERD neer. Tegelijk omdraaien. Meer EENS = aangenomen. Iedereen scoort in stilte.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de slag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voorstellen. Drie kaarten van elk. Eén geheim.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gebeurde er?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65760" cy="365760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haalde de hoogste score? Welke persoon was je?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5486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deals werden er gemaakt — en welke werden gebroken?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365760" cy="365760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54864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voorstellen werden aangenomen? Welke afgewezen?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264408"/>
            <a:ext cx="365760" cy="365760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54864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2004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er iemand die helemaal niet z'n zin kreeg?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858768"/>
            <a:ext cx="365760" cy="365760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548640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7947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 je gelogen? Werkte dat?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WE NET DEDEN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Heeft een naam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1097280" cy="1097280"/>
          </a:xfrm>
          <a:prstGeom prst="ellipse">
            <a:avLst/>
          </a:prstGeom>
          <a:solidFill>
            <a:srgbClr val="FED7AA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wil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VEGADAG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0" y="1737360"/>
            <a:ext cx="1097280" cy="1097280"/>
          </a:xfrm>
          <a:prstGeom prst="ellipse">
            <a:avLst/>
          </a:prstGeom>
          <a:solidFill>
            <a:srgbClr val="FED7AA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6858000" y="17373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wil het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2286000"/>
            <a:ext cx="48463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8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POLITIEK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samen beslissen als je het oneens bent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BEGRIPPEN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Belang en Waarde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ík wil.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Voorbeelden: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Ik wil minder huiswerk.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Ik wil een schoolhond.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Ik wil dat de bus stopt voor mijn deur.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WAARDE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ik bélangrijk vind.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46320" y="27432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Voorbeelden: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Eerlijkheid.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Vrijheid.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Veiligheid.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je schrift weer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9144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737360" y="1764792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3"/>
          <p:cNvSpPr/>
          <p:nvPr/>
        </p:nvSpPr>
        <p:spPr>
          <a:xfrm>
            <a:off x="173736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377440" y="169164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twee politieke onderwerpen ken jij waar volwassenen het over oneens zijn?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737360" y="2862072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6"/>
          <p:cNvSpPr/>
          <p:nvPr/>
        </p:nvSpPr>
        <p:spPr>
          <a:xfrm>
            <a:off x="173736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377440" y="278892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wáárde vind jij het allerbelangrijkst voor een samenleving? Één woord.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stilte. Je hebt ongeveer 5 minuten.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een briefje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Politiek is…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deze zin af in één regel. Lever in bij de deur.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krijgt wat?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 zaten Jamie, Nora, Tim en Evi aan tafel.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 zit heel Nederland aan tafel — en het gaat over geld en zorg.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653</Words>
  <Application>Microsoft Macintosh PowerPoint</Application>
  <PresentationFormat>On-screen Show (16:9)</PresentationFormat>
  <Paragraphs>127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1 — Wat is politiek?</dc:title>
  <dc:subject>PptxGenJS Presentation</dc:subject>
  <dc:creator>Levensbeschouwing — klas 1</dc:creator>
  <cp:lastModifiedBy>Alexander de Jeger</cp:lastModifiedBy>
  <cp:revision>3</cp:revision>
  <dcterms:created xsi:type="dcterms:W3CDTF">2026-06-18T06:58:25Z</dcterms:created>
  <dcterms:modified xsi:type="dcterms:W3CDTF">2026-07-27T17:33:10Z</dcterms:modified>
</cp:coreProperties>
</file>