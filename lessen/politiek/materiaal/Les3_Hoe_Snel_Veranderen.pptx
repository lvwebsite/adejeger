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28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 · Les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snel mag het</a:t>
            </a:r>
            <a:endParaRPr lang="en-US" sz="6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veranderen?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 en conservatief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43891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schrift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7373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werkt nu in stilte.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telefoon. Geen overleg.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antwoorden onder elkaar in je schrift.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of twee zinnen per vraag is genoeg.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vragen — schrijf in je schrift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536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links en rechts? (les 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betekende het woord ‘waarde’ ook alweer?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0358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één ding waarvan jij vindt: dat moet in Nederland snel veranderen.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78561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één ding waarvan jij vindt: dat moeten we juist zo houden.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uitleggen wat progressief en conservatief betekenen.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uitspraken over klimaat en migratie bij de juiste houding plaatsen.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474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uitleggen dat links/rechts en progressief/conservatief twee aparte vragen zijn.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andere vraag dan vorige week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↔ Rechts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gaat over GELD.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moet de overheid regelen, en hoeveel doen mensen zelf?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 ↕ Conservatief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gaat over VERANDERING.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snel mag de samenleving veranderen, of moeten we bewaren wat er is?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HOUDINGEN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 en conservatief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556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vooruit · vernieuwen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vooruitgang en vernieuwing. Staat open voor verandering en nieuwe oplossingen — ook als dingen daardoor anders worden dan vroeger.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8"/>
          <p:cNvSpPr/>
          <p:nvPr/>
        </p:nvSpPr>
        <p:spPr>
          <a:xfrm>
            <a:off x="4892040" y="16459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7556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CONSERVATIEF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7607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behoud · voorzichtig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260604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 waarde aan traditie en stabiliteit. Is voorzichtig met grote veranderingen en wil bestaande waarden en gewoontes behouden.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sorteerspel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 of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conservatief?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uitspraken sorteren in drie bakken — let op de instinkers!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HET WERKT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Spelregels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bakken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elke uitspraak naar PROGRESSIEF, CONSERVATIEF, of de bak ‘links en rechts’.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instinkers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0848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uitspraken gaan niet over verandering, maar over geld en de overheid. Die horen bij links en rechts (les 2).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14400" y="27980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Twijfel je?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79806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‘Bekijk de uitleg’ — daar staan de twee houdingen nog eens.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51129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alleen hoeveel je er fout hebt — niet welke. Zelf blijven nadenken!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91440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jouw mening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42245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gaat niet om wat jij vindt, maar om welke houding bij de uitspraak past.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Sorteer alle 12 uitspraken. Lukt het foutloos?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viel op?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54864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uitspraken waren lastig? Klimaat of migratie?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herken je een progressieve uitspraak? Welke woorden?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9809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herken je een conservatieve uitspraak?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6941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zélf één progressieve en één conservatieve uitspraak bedenken?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GROTE ONTDEKKING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vragen, niet één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0" y="1645920"/>
            <a:ext cx="0" cy="27432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2194560" y="3017520"/>
            <a:ext cx="47548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CONSERVATIEF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880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VERRASSENDE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ze allebei mengen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conservatief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Iemand die opkomt voor gewone werkende mensen (links), maar tegelijk gehecht is aan oude tradities en voorzichtig met verandering (conservatief).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89204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+ progressief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22860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ondernemer die de vrije markt belangrijk vindt (rechts), maar juist snel wil vernieuwen met nieuwe groene technologie (progressief).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je schrift weer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37360" y="176479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17373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377440" y="1691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je eigen woorden uit: wat is het verschil tussen progressief en conservatief?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737360" y="286207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17373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7440" y="2788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jij zelf eerder progressief of conservatief? Geef één voorbeeld waarom.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stilte. Ongeveer 5 minuten.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briefje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192024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Progressief betekent…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Conservatief betekent…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allebei de zinnen af. Lever in bij de deur.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duurt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zo lang?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weet nu waar partijen voor staan. Maar hoe vormen ze samen </a:t>
            </a:r>
            <a:r>
              <a:rPr lang="en-US" sz="2100" i="1" dirty="0" err="1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r>
              <a:rPr lang="en-US" sz="21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i="1" dirty="0" err="1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regering</a:t>
            </a:r>
            <a:r>
              <a:rPr lang="en-US" sz="2100" i="1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</a:t>
            </a:r>
            <a:r>
              <a:rPr lang="en-US" sz="21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waarom is dat zo’n gedoe?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1609</Words>
  <Application>Microsoft Macintosh PowerPoint</Application>
  <PresentationFormat>On-screen Show (16:9)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3 — Hoe snel mag het veranderen?</dc:title>
  <dc:subject>PptxGenJS Presentation</dc:subject>
  <dc:creator>Levensbeschouwing — klas 1</dc:creator>
  <cp:lastModifiedBy>Alexander de Jeger</cp:lastModifiedBy>
  <cp:revision>2</cp:revision>
  <dcterms:created xsi:type="dcterms:W3CDTF">2026-06-29T11:33:48Z</dcterms:created>
  <dcterms:modified xsi:type="dcterms:W3CDTF">2026-06-29T11:36:36Z</dcterms:modified>
</cp:coreProperties>
</file>