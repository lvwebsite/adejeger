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88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POLITIEK · BRUGKLAS · LES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2697480"/>
            <a:ext cx="12188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zegt wat?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0" y="4041648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en rechts — welke waarden sturen standpunten?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STILLE START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je antwoorden op in je schrift.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9786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97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1152144"/>
            <a:ext cx="1077163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1188720"/>
            <a:ext cx="10524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speelden we vorige les? Noem de naam van het spel en één spelregel.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7685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2231136"/>
            <a:ext cx="1077163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43000" y="2267712"/>
            <a:ext cx="10524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nieuwe regel zou jij op school invoeren? Leg uit waarom.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35584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3310128"/>
            <a:ext cx="1077163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43000" y="3346704"/>
            <a:ext cx="10524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iets dat jij oneerlijk vindt in onze samenleving? Leg uit.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0120" y="4389120"/>
            <a:ext cx="1077163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43000" y="4425696"/>
            <a:ext cx="10524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Politiek is… Maak de zin af in maximaal twee regels.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51383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513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0120" y="5468112"/>
            <a:ext cx="1077163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43000" y="5504688"/>
            <a:ext cx="10524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Weet jij wat je ouders stemmen? Wat denk jij dat ze zouden stemmen?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zegt wat?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664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het sorteerspel op je apparaat en begin.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487168"/>
            <a:ext cx="420624" cy="420624"/>
          </a:xfrm>
          <a:prstGeom prst="ellipse">
            <a:avLst/>
          </a:prstGeom>
          <a:solidFill>
            <a:srgbClr val="334155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250545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Sorteerspel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uitspraken — links of rechts?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79976" y="233172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62856" y="2487168"/>
            <a:ext cx="420624" cy="420624"/>
          </a:xfrm>
          <a:prstGeom prst="ellipse">
            <a:avLst/>
          </a:prstGeom>
          <a:solidFill>
            <a:srgbClr val="334155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9784" y="250545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Overleg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62856" y="29718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Vergelijk je keuzes met je buurman.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02752" y="233172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85632" y="2487168"/>
            <a:ext cx="420624" cy="420624"/>
          </a:xfrm>
          <a:prstGeom prst="ellipse">
            <a:avLst/>
          </a:prstGeom>
          <a:solidFill>
            <a:srgbClr val="334155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52560" y="250545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op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85632" y="29718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Noteer wie jij denkt dat wat zei.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754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adejeger.nl  --&gt;  Klas 1  --&gt;  Les 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55778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hebt zo'n 20 minuten.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kennis met vier mensen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heeft een eigen kijk op de wereld. Ze leven allemaal in Nederland.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514600" cy="4480560"/>
          </a:xfrm>
          <a:prstGeom prst="roundRect">
            <a:avLst>
              <a:gd name="adj" fmla="val 5091"/>
            </a:avLst>
          </a:prstGeom>
          <a:solidFill>
            <a:srgbClr val="DBEAFE"/>
          </a:solidFill>
          <a:ln w="381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5316" y="1581912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5316" y="15819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2404872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278892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jaar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basisschoolleerkracht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3447288"/>
            <a:ext cx="1874520" cy="18288"/>
          </a:xfrm>
          <a:prstGeom prst="rect">
            <a:avLst/>
          </a:prstGeom>
          <a:solidFill>
            <a:srgbClr val="2563EB">
              <a:alpha val="60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557016"/>
            <a:ext cx="2240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 overheid moet zorgen voor wie het zelf niet redt. We doen het samen."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00984" y="1325880"/>
            <a:ext cx="2514600" cy="4480560"/>
          </a:xfrm>
          <a:prstGeom prst="roundRect">
            <a:avLst>
              <a:gd name="adj" fmla="val 5091"/>
            </a:avLst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29100" y="1581912"/>
            <a:ext cx="658368" cy="6583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29100" y="15819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10712" y="2404872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10712" y="278892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jaar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eigenaar bouwbedrijf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21024" y="3447288"/>
            <a:ext cx="1874520" cy="18288"/>
          </a:xfrm>
          <a:prstGeom prst="rect">
            <a:avLst/>
          </a:prstGeom>
          <a:solidFill>
            <a:srgbClr val="16A34A">
              <a:alpha val="60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38144" y="3557016"/>
            <a:ext cx="2240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"Ik heb geluk gehad. Daarom betaal ik graag meer belasting voor zorg en onderwijs."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44768" y="1325880"/>
            <a:ext cx="2514600" cy="4480560"/>
          </a:xfrm>
          <a:prstGeom prst="roundRect">
            <a:avLst>
              <a:gd name="adj" fmla="val 5091"/>
            </a:avLst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72884" y="1581912"/>
            <a:ext cx="658368" cy="6583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72884" y="15819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54496" y="2404872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54496" y="278892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jaar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rechten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64808" y="3447288"/>
            <a:ext cx="1874520" cy="18288"/>
          </a:xfrm>
          <a:prstGeom prst="rect">
            <a:avLst/>
          </a:prstGeom>
          <a:solidFill>
            <a:srgbClr val="D97706">
              <a:alpha val="60000"/>
            </a:srgbClr>
          </a:solidFill>
          <a:ln w="12700">
            <a:solidFill>
              <a:srgbClr val="D97706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1928" y="3557016"/>
            <a:ext cx="2240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"Vrijheid eerst. Mensen moeten zelf keuzes maken — de overheid bemoeit zich er niet mee."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88552" y="1325880"/>
            <a:ext cx="2514600" cy="4480560"/>
          </a:xfrm>
          <a:prstGeom prst="roundRect">
            <a:avLst>
              <a:gd name="adj" fmla="val 5091"/>
            </a:avLst>
          </a:prstGeom>
          <a:solidFill>
            <a:srgbClr val="EDE9FE"/>
          </a:solidFill>
          <a:ln w="381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916668" y="1581912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16668" y="15819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098280" y="2404872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098280" y="278892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jaar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oud-vrachtwagenchauffeur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308592" y="3447288"/>
            <a:ext cx="1874520" cy="18288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25712" y="3557016"/>
            <a:ext cx="2240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"Wie werkt, mag houden wat hij verdient. Gewoon je eigen broek ophouden."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werkt het sorteerspel?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stelling — jij bepaalt: past dit bij een links of rechts standpunt?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 overheid moet alle schoolboeken gratis maken voor iedere leerling."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5349240" cy="256032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9077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— ja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401568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overheid moet dit regelen. Goed onderwijs voor iedereen, ongeacht wat je ouders verdienen.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82512" y="2697480"/>
            <a:ext cx="5349240" cy="256032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11112" y="29077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 — nee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11112" y="3401568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Mensen betalen dit zelf wel. De overheid hoeft zich hier niet mee te bemoeien.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manieren van denken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 een groot midden daartussenin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456432" cy="5166360"/>
          </a:xfrm>
          <a:prstGeom prst="roundRect">
            <a:avLst>
              <a:gd name="adj" fmla="val 3704"/>
            </a:avLst>
          </a:prstGeom>
          <a:solidFill>
            <a:srgbClr val="DBEAFE"/>
          </a:solidFill>
          <a:ln w="381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Gelijkheid voorop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231136"/>
            <a:ext cx="3090672" cy="18288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34086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 dat de overheid zorgt voor wie het zelf niet redt.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99923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Rijken mogen meer belasting betalen: eerlijk delen.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365760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Kiest voor gratis zorg, hogere lonen, meer hulp van de staat.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4315968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Kernwaarde: gelijkheid.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5760720"/>
            <a:ext cx="3090672" cy="402336"/>
          </a:xfrm>
          <a:prstGeom prst="roundRect">
            <a:avLst>
              <a:gd name="adj" fmla="val 15909"/>
            </a:avLst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77900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Partijen: PvdA, SP, GroenLinks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66260" y="1234440"/>
            <a:ext cx="3456432" cy="5166360"/>
          </a:xfrm>
          <a:prstGeom prst="roundRect">
            <a:avLst>
              <a:gd name="adj" fmla="val 3704"/>
            </a:avLst>
          </a:prstGeom>
          <a:solidFill>
            <a:srgbClr val="F0FDF4"/>
          </a:solidFill>
          <a:ln w="381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49140" y="1417320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49140" y="182880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49140" y="2231136"/>
            <a:ext cx="3090672" cy="18288"/>
          </a:xfrm>
          <a:prstGeom prst="rect">
            <a:avLst/>
          </a:prstGeom>
          <a:solidFill>
            <a:srgbClr val="059669">
              <a:alpha val="50000"/>
            </a:srgbClr>
          </a:solidFill>
          <a:ln w="12700">
            <a:solidFill>
              <a:srgbClr val="059669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67428" y="234086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Vindt dat overheid en burger allebei een rol hebben.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67428" y="299923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 niet te veel regels, maar wel een vangnet voor wie hulp nodig heeft.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67428" y="365760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Zoekt compromissen — niet alles links, niet alles rechts.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67428" y="4315968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Kernwaarde: samenleven.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49140" y="5760720"/>
            <a:ext cx="3090672" cy="402336"/>
          </a:xfrm>
          <a:prstGeom prst="roundRect">
            <a:avLst>
              <a:gd name="adj" fmla="val 15909"/>
            </a:avLst>
          </a:prstGeom>
          <a:solidFill>
            <a:srgbClr val="059669">
              <a:alpha val="25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0580" y="577900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Partijen: D66, CDA, ChristenUnie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75320" y="1234440"/>
            <a:ext cx="3456432" cy="5166360"/>
          </a:xfrm>
          <a:prstGeom prst="roundRect">
            <a:avLst>
              <a:gd name="adj" fmla="val 3704"/>
            </a:avLst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58200" y="1417320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58200" y="182880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Vrijheid voorop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58200" y="2231136"/>
            <a:ext cx="3090672" cy="18288"/>
          </a:xfrm>
          <a:prstGeom prst="rect">
            <a:avLst/>
          </a:prstGeom>
          <a:solidFill>
            <a:srgbClr val="D97706">
              <a:alpha val="50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76488" y="234086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 dat mensen zelf verantwoordelijk zijn voor hun leven.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76488" y="299923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hebt je geld verdiend — minder belasting is eerlijker.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76488" y="365760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Kiest voor eigen keuze in zorg, minder regels, meer markt.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76488" y="4315968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Kernwaarde: vrijheid.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458200" y="5760720"/>
            <a:ext cx="3090672" cy="402336"/>
          </a:xfrm>
          <a:prstGeom prst="roundRect">
            <a:avLst>
              <a:gd name="adj" fmla="val 15909"/>
            </a:avLst>
          </a:prstGeom>
          <a:solidFill>
            <a:srgbClr val="D97706">
              <a:alpha val="25000"/>
            </a:srgbClr>
          </a:solidFill>
          <a:ln w="12700">
            <a:solidFill>
              <a:srgbClr val="D97706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9640" y="577900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Partijen: VVD, PVV, BBB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werkt dit in de praktijk?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1274552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5156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Kinderopvang voor iedereen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1435608"/>
            <a:ext cx="10725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overheid overweegt: moet kinderopvang gratis zijn voor alle gezinnen?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29968"/>
            <a:ext cx="3456432" cy="4370832"/>
          </a:xfrm>
          <a:prstGeom prst="roundRect">
            <a:avLst>
              <a:gd name="adj" fmla="val 3175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21284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zegt: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70048"/>
            <a:ext cx="30906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"Ja, gratis voor iedereen. Dan kunnen ook ouders met minder geld werken. Dat is eerlijker — en beter voor de kinderen."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5742432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Gelijkheid: iedereen dezelfde kansen.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6260" y="2029968"/>
            <a:ext cx="3456432" cy="4370832"/>
          </a:xfrm>
          <a:prstGeom prst="roundRect">
            <a:avLst>
              <a:gd name="adj" fmla="val 3175"/>
            </a:avLst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49140" y="221284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Midden zegt: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49140" y="2670048"/>
            <a:ext cx="30906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"Gedeeltelijk gratis — voor gezinnen die het niet kunnen betalen. De rest betaalt mee naar draagkracht."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49140" y="5742432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Balans: vangnet en eigen verantwoordelijkheid.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75320" y="2029968"/>
            <a:ext cx="3456432" cy="4370832"/>
          </a:xfrm>
          <a:prstGeom prst="roundRect">
            <a:avLst>
              <a:gd name="adj" fmla="val 3175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58200" y="221284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 zegt: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58200" y="2670048"/>
            <a:ext cx="30906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"Nee, ouders kiezen zelf. De overheid moet zich hier niet mee bemoeien."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58200" y="5742432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Vrijheid: eigen keuze, eigen verantwoordelijkheid.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was links en wie rechts?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Denk terug aan het sorteerspel. Kijk nog een keer naar de vier mensen.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DBEAFE"/>
          </a:solidFill>
          <a:ln w="381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1732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435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792224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jaar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leerkracht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" y="2560320"/>
            <a:ext cx="2185416" cy="18288"/>
          </a:xfrm>
          <a:prstGeom prst="rect">
            <a:avLst/>
          </a:prstGeom>
          <a:solidFill>
            <a:srgbClr val="2563EB">
              <a:alpha val="70000"/>
            </a:srgbClr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63347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00984" y="128016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65576" y="141732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5576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78224" y="1435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78224" y="1792224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jaar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ondernemer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65576" y="2560320"/>
            <a:ext cx="2185416" cy="18288"/>
          </a:xfrm>
          <a:prstGeom prst="rect">
            <a:avLst/>
          </a:prstGeom>
          <a:solidFill>
            <a:srgbClr val="16A34A">
              <a:alpha val="70000"/>
            </a:srgbClr>
          </a:solidFill>
          <a:ln w="12700">
            <a:solidFill>
              <a:srgbClr val="16A34A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65576" y="263347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44768" y="128016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41732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22008" y="1435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22008" y="1792224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jaar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2560320"/>
            <a:ext cx="2185416" cy="18288"/>
          </a:xfrm>
          <a:prstGeom prst="rect">
            <a:avLst/>
          </a:prstGeom>
          <a:solidFill>
            <a:srgbClr val="D97706">
              <a:alpha val="70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63347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was...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88552" y="128016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EDE9FE"/>
          </a:solidFill>
          <a:ln w="381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53144" y="141732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53144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765792" y="143560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65792" y="1792224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jaar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chauffeur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53144" y="2560320"/>
            <a:ext cx="2185416" cy="18288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53144" y="263347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246120"/>
            <a:ext cx="11274552" cy="3200400"/>
          </a:xfrm>
          <a:prstGeom prst="roundRect">
            <a:avLst>
              <a:gd name="adj" fmla="val 457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04672" y="3429000"/>
            <a:ext cx="1057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— schrijf in je schrift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" y="3886200"/>
            <a:ext cx="10579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Wie van de vier was links, wie rechts — en wie zat er misschien tussenin?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04672" y="4690872"/>
            <a:ext cx="10579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Schrijf per persoon op waarom jij dat denkt. Gebruik woorden als "gelijkheid", "vrijheid" of "balans".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04672" y="5495544"/>
            <a:ext cx="10579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Welke van de vier past het best bij jouw eigen kijk? Leg in twee zinnen uit waarom.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Klassikale bespreking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Bespreek de antwoorden klassikaal.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51560" y="1371600"/>
            <a:ext cx="1068019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1508760"/>
            <a:ext cx="10360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had het goed? Waar twijfelde je het meest — en waarom?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51560" y="3108960"/>
            <a:ext cx="1068019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80160" y="3246120"/>
            <a:ext cx="10360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is eigenaar van een bouwbedrijf — toch kiest hij voor meer belasting voor onderwijs. Wie verwachtte dat? Wat zegt dat?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489204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51560" y="4846320"/>
            <a:ext cx="1068019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80160" y="4983480"/>
            <a:ext cx="10360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 je links zijn over één onderwerp, en anders denken over een ander onderwerp? Geef een voorbeeld.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kant spreekt jou meer aan?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1664208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je antwoord op en lever het in bij de deur.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1E293B"/>
          </a:solidFill>
          <a:ln w="10160">
            <a:solidFill>
              <a:srgbClr val="47556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4688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wil...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3584448"/>
            <a:ext cx="4572000" cy="182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041648"/>
            <a:ext cx="4572000" cy="182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498848"/>
            <a:ext cx="4572000" cy="182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956048"/>
            <a:ext cx="4572000" cy="182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228600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1E293B"/>
          </a:solidFill>
          <a:ln w="10160">
            <a:solidFill>
              <a:srgbClr val="47556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02552" y="24688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 wil...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02552" y="3584448"/>
            <a:ext cx="4572000" cy="182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4041648"/>
            <a:ext cx="4572000" cy="182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02552" y="4498848"/>
            <a:ext cx="4572000" cy="182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02552" y="4956048"/>
            <a:ext cx="4572000" cy="182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5806440"/>
            <a:ext cx="12188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in bij de deur als je klaar bent.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Wie zegt wat? — Les 2</dc:title>
  <dc:subject>PptxGenJS Presentation</dc:subject>
  <dc:creator>PptxGenJS</dc:creator>
  <cp:lastModifiedBy>PptxGenJS</cp:lastModifiedBy>
  <cp:revision>1</cp:revision>
  <dcterms:created xsi:type="dcterms:W3CDTF">2026-06-29T06:43:22Z</dcterms:created>
  <dcterms:modified xsi:type="dcterms:W3CDTF">2026-06-29T06:43:22Z</dcterms:modified>
</cp:coreProperties>
</file>