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71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sett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8676" y="123444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88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LEVENSBESCHOUWING · KLAS 1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315468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4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Jodendom, Christendom &amp; Islam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Afsluitles: alles bij elkaar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362956" y="5074920"/>
            <a:ext cx="329184" cy="329184"/>
          </a:xfrm>
          <a:prstGeom prst="ellipse">
            <a:avLst/>
          </a:prstGeom>
          <a:solidFill>
            <a:srgbClr val="1B3D82"/>
          </a:solidFill>
          <a:ln/>
        </p:spPr>
      </p:sp>
      <p:sp>
        <p:nvSpPr>
          <p:cNvPr id="7" name="Shape 4"/>
          <p:cNvSpPr/>
          <p:nvPr/>
        </p:nvSpPr>
        <p:spPr>
          <a:xfrm>
            <a:off x="5929884" y="5074920"/>
            <a:ext cx="329184" cy="329184"/>
          </a:xfrm>
          <a:prstGeom prst="ellipse">
            <a:avLst/>
          </a:prstGeom>
          <a:solidFill>
            <a:srgbClr val="7D1C28"/>
          </a:solidFill>
          <a:ln/>
        </p:spPr>
      </p:sp>
      <p:sp>
        <p:nvSpPr>
          <p:cNvPr id="8" name="Shape 5"/>
          <p:cNvSpPr/>
          <p:nvPr/>
        </p:nvSpPr>
        <p:spPr>
          <a:xfrm>
            <a:off x="6496812" y="5074920"/>
            <a:ext cx="329184" cy="329184"/>
          </a:xfrm>
          <a:prstGeom prst="ellipse">
            <a:avLst/>
          </a:prstGeom>
          <a:solidFill>
            <a:srgbClr val="15662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STILLE START · IN STILTE, IN JE SCHRIFT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 weet je nog?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235440" y="50292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271A0C"/>
          </a:solidFill>
          <a:ln/>
        </p:spPr>
      </p:sp>
      <p:sp>
        <p:nvSpPr>
          <p:cNvPr id="5" name="Text 3"/>
          <p:cNvSpPr/>
          <p:nvPr/>
        </p:nvSpPr>
        <p:spPr>
          <a:xfrm>
            <a:off x="9235440" y="5029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</a:t>
            </a:r>
            <a:pPr algn="ctr"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Schrijfmoment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271A0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1773936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van elke religie het heilige boek: Jodendom, Christendom, Islam.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68680" y="2670048"/>
            <a:ext cx="457200" cy="457200"/>
          </a:xfrm>
          <a:prstGeom prst="ellipse">
            <a:avLst/>
          </a:prstGeom>
          <a:solidFill>
            <a:srgbClr val="271A0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15184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betekent monotheïsme? Geef een voorbeeld.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68680" y="3511296"/>
            <a:ext cx="457200" cy="457200"/>
          </a:xfrm>
          <a:prstGeom prst="ellipse">
            <a:avLst/>
          </a:prstGeom>
          <a:solidFill>
            <a:srgbClr val="271A0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11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45643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herdenken Joden met het feest Pesach?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68680" y="4352544"/>
            <a:ext cx="457200" cy="457200"/>
          </a:xfrm>
          <a:prstGeom prst="ellipse">
            <a:avLst/>
          </a:prstGeom>
          <a:solidFill>
            <a:srgbClr val="271A0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52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4297680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vieren christenen met Pasen?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68680" y="5193792"/>
            <a:ext cx="457200" cy="457200"/>
          </a:xfrm>
          <a:prstGeom prst="ellipse">
            <a:avLst/>
          </a:prstGeom>
          <a:solidFill>
            <a:srgbClr val="271A0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193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3C8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54480" y="5138928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Noem twee van de vijf zuilen van de Islam.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LEERDOELEN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deze les kun jij...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10469880" cy="1078992"/>
          </a:xfrm>
          <a:prstGeom prst="roundRect">
            <a:avLst>
              <a:gd name="adj" fmla="val 8475"/>
            </a:avLst>
          </a:prstGeom>
          <a:solidFill>
            <a:srgbClr val="FBF8F0"/>
          </a:solidFill>
          <a:ln w="12700">
            <a:solidFill>
              <a:srgbClr val="CDB98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30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 kan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378440" y="214884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E6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143000" y="242316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het Jodendom, Christendom en de Islam de belangrijkste begrippen herkennen en uitleggen.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3273552"/>
            <a:ext cx="10469880" cy="1078992"/>
          </a:xfrm>
          <a:prstGeom prst="roundRect">
            <a:avLst>
              <a:gd name="adj" fmla="val 8475"/>
            </a:avLst>
          </a:prstGeom>
          <a:solidFill>
            <a:srgbClr val="FBF8F0"/>
          </a:solidFill>
          <a:ln w="12700">
            <a:solidFill>
              <a:srgbClr val="CDB98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343814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 kan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378440" y="3456432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E6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143000" y="373075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minstens een overeenkomst en een verschil tussen de drie religies benoemen.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68680" y="4581144"/>
            <a:ext cx="10469880" cy="1078992"/>
          </a:xfrm>
          <a:prstGeom prst="roundRect">
            <a:avLst>
              <a:gd name="adj" fmla="val 8475"/>
            </a:avLst>
          </a:prstGeom>
          <a:solidFill>
            <a:srgbClr val="FBF8F0"/>
          </a:solidFill>
          <a:ln w="12700">
            <a:solidFill>
              <a:srgbClr val="CDB98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43000" y="47457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A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ik kan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378440" y="476402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E6D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143000" y="5038344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uitleggen waarom ze samen de Abrahamitische religies heten.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· INDIVIDUEEL OP DE LAPTOP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Memory: vind de paren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1874520"/>
            <a:ext cx="420624" cy="420624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81328" y="183794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het memory-spel via de link op de LV-pagina.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68680" y="2587752"/>
            <a:ext cx="420624" cy="420624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5877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81328" y="25511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Draai twee kaarten om: zoek de term bij de juiste uitleg.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68680" y="3300984"/>
            <a:ext cx="420624" cy="420624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00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32644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Goed? De kaarten blijven open en krijgen een nummer.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68680" y="4014216"/>
            <a:ext cx="420624" cy="420624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397764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Fout? Ze draaien terug. Onthoud waar ze lagen.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68680" y="4727448"/>
            <a:ext cx="420624" cy="420624"/>
          </a:xfrm>
          <a:prstGeom prst="ellipse">
            <a:avLst/>
          </a:prstGeom>
          <a:solidFill>
            <a:srgbClr val="C9A24A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71A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81328" y="46908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Vastgelopen? Klik op een religie voor een korte samenvatting.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863840" y="1828800"/>
            <a:ext cx="3474720" cy="2331720"/>
          </a:xfrm>
          <a:prstGeom prst="roundRect">
            <a:avLst>
              <a:gd name="adj" fmla="val 4706"/>
            </a:avLst>
          </a:prstGeom>
          <a:solidFill>
            <a:srgbClr val="FBF8F0"/>
          </a:solidFill>
          <a:ln w="12700">
            <a:solidFill>
              <a:srgbClr val="CDB98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38160" y="2029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Een match kleurt mee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83880" y="2542032"/>
            <a:ext cx="237744" cy="237744"/>
          </a:xfrm>
          <a:prstGeom prst="ellipse">
            <a:avLst/>
          </a:prstGeom>
          <a:solidFill>
            <a:srgbClr val="1B3D82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0" y="24780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Jodendom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183880" y="2999232"/>
            <a:ext cx="237744" cy="237744"/>
          </a:xfrm>
          <a:prstGeom prst="ellipse">
            <a:avLst/>
          </a:prstGeom>
          <a:solidFill>
            <a:srgbClr val="7D1C28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29352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Christendom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8183880" y="3456432"/>
            <a:ext cx="237744" cy="237744"/>
          </a:xfrm>
          <a:prstGeom prst="ellipse">
            <a:avLst/>
          </a:prstGeom>
          <a:solidFill>
            <a:srgbClr val="15662F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33924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868680" y="5760720"/>
            <a:ext cx="2148840" cy="420624"/>
          </a:xfrm>
          <a:prstGeom prst="roundRect">
            <a:avLst>
              <a:gd name="adj" fmla="val 50000"/>
            </a:avLst>
          </a:prstGeom>
          <a:solidFill>
            <a:srgbClr val="271A0C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760720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3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  </a:t>
            </a:r>
            <a:pPr algn="ctr" indent="0" marL="0">
              <a:buNone/>
            </a:pPr>
            <a:r>
              <a:rPr lang="en-US" sz="1300" b="1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Schrijfmoment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200400" y="56875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806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afloop in je schrift: welke twee begrippen verwarde jij het meest met elkaar, en wat is het verschil?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C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VERGELIJKEN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49808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118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Overeenkomsten en verschillen</a:t>
            </a:r>
            <a:endParaRPr lang="en-US" sz="3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07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C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EC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Jodendom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D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EC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Christendom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1C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4ECD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Islam</a:t>
                      </a:r>
                      <a:endParaRPr lang="en-US" sz="18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6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3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Heilig boek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Tenach (met de Torah)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Bijbel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Koran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3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Eén God?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D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3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Gebedshuis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Synagoge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Moskee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D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3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Centrale figuren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Abraham, Mozes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Jezus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Mohammed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D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E3C8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Groot feest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1A0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Pesach, Chanoeka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6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Kerstmis, Pasen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DE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118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Ramadan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4E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FD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7240" y="4983480"/>
            <a:ext cx="10607040" cy="1234440"/>
          </a:xfrm>
          <a:prstGeom prst="roundRect">
            <a:avLst>
              <a:gd name="adj" fmla="val 7407"/>
            </a:avLst>
          </a:prstGeom>
          <a:solidFill>
            <a:srgbClr val="FBF8F0"/>
          </a:solidFill>
          <a:ln w="12700">
            <a:solidFill>
              <a:srgbClr val="CDB98C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51206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grote overeenkomst:  </a:t>
            </a:r>
            <a:pPr indent="0" marL="0">
              <a:buNone/>
            </a:pPr>
            <a:r>
              <a:rPr lang="en-US" sz="15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drie geloven in één God en gaan terug op Abraham. Daarom heten ze samen de </a:t>
            </a:r>
            <a:pPr indent="0" marL="0">
              <a:buNone/>
            </a:pPr>
            <a:r>
              <a:rPr lang="en-US" sz="1550" i="1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Abrahamitische religies</a:t>
            </a:r>
            <a:pPr indent="0" marL="0">
              <a:buNone/>
            </a:pPr>
            <a:r>
              <a:rPr lang="en-US" sz="1550" dirty="0">
                <a:solidFill>
                  <a:srgbClr val="2118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Ze verschillen vooral in hun heilige boek, hun feesten en wie er centraal staat.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71A0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rosette_d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7276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691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9A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457200" y="205740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4EC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Eén overeenkomst, één verschil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2194560" y="3200400"/>
            <a:ext cx="7772400" cy="1783080"/>
          </a:xfrm>
          <a:prstGeom prst="roundRect">
            <a:avLst>
              <a:gd name="adj" fmla="val 6154"/>
            </a:avLst>
          </a:prstGeom>
          <a:solidFill>
            <a:srgbClr val="34230F"/>
          </a:solidFill>
          <a:ln w="12700">
            <a:solidFill>
              <a:srgbClr val="5A3C1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651760" y="3429000"/>
            <a:ext cx="6949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3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Schrijf in je schrift: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één overeenkomst tussen de drie religies die jij belangrijk vindt;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4E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één verschil dat je je goed kunt herinneren.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E3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 bij allebei in één zin uit waarom je die koos.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Afsluitles Abrahamitische Religies</dc:title>
  <dc:subject>PptxGenJS Presentation</dc:subject>
  <dc:creator>Levensbeschouwing</dc:creator>
  <cp:lastModifiedBy>Levensbeschouwing</cp:lastModifiedBy>
  <cp:revision>1</cp:revision>
  <dcterms:created xsi:type="dcterms:W3CDTF">2026-06-29T14:38:43Z</dcterms:created>
  <dcterms:modified xsi:type="dcterms:W3CDTF">2026-06-29T14:38:43Z</dcterms:modified>
</cp:coreProperties>
</file>