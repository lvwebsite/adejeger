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148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hyperlink" Target="https://www.youtube.com/watch?v=na1bOXYmK6s" TargetMode="Externa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914400"/>
            <a:ext cx="4937760" cy="4937760"/>
          </a:xfrm>
          <a:prstGeom prst="ellipse">
            <a:avLst/>
          </a:prstGeom>
          <a:ln w="114300">
            <a:solidFill>
              <a:srgbClr val="B23A2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8595360" y="914400"/>
            <a:ext cx="4937760" cy="4937760"/>
          </a:xfrm>
          <a:prstGeom prst="ellipse">
            <a:avLst/>
          </a:prstGeom>
          <a:ln w="25400">
            <a:solidFill>
              <a:srgbClr val="C75A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66928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KLAS 3 · WERELDRELIGIES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514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Chinese Filosofie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D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Taoïsme · Confucianisme · </a:t>
            </a:r>
            <a:r>
              <a:rPr lang="en-US" sz="1700" dirty="0" err="1">
                <a:solidFill>
                  <a:srgbClr val="9D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Legalisme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4709160"/>
            <a:ext cx="1371600" cy="41148"/>
          </a:xfrm>
          <a:prstGeom prst="rect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 · ACTIVEREN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Voor én tegen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bij elke stelling één argument vóór en één argument tegen. Eerst begrijpen, dan oordelen — je hoeft het er zelf nog niet mee eens te zijn.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240280"/>
            <a:ext cx="34564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3456432" cy="822960"/>
          </a:xfrm>
          <a:prstGeom prst="rect">
            <a:avLst/>
          </a:prstGeom>
          <a:solidFill>
            <a:srgbClr val="211C1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731520" y="229514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7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435608" y="2295144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8096" y="320040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i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“Als er geen regels zijn, gaat iedereen zich slecht gedragen.”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8096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47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vóór:  ____________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tegen: ____________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15968" y="2240280"/>
            <a:ext cx="34564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4315968" y="2240280"/>
            <a:ext cx="3456432" cy="822960"/>
          </a:xfrm>
          <a:prstGeom prst="rect">
            <a:avLst/>
          </a:prstGeom>
          <a:solidFill>
            <a:srgbClr val="211C1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4480560" y="229514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7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184648" y="2295144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17136" y="320040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i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“Genoeg rust en stilte is belangrijker dan hard werken om een goed mens te worden.”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517136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47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vóór:  ____________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tegen: ____________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65008" y="2240280"/>
            <a:ext cx="3456432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8065008" y="2240280"/>
            <a:ext cx="3456432" cy="822960"/>
          </a:xfrm>
          <a:prstGeom prst="rect">
            <a:avLst/>
          </a:prstGeom>
          <a:solidFill>
            <a:srgbClr val="211C1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8229600" y="229514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7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933688" y="2295144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66176" y="320040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i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“Iedereen kan een goed mens worden, als je maar hard genoeg je best doet.”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266176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47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vóór:  ____________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tegen: ____________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989320"/>
            <a:ext cx="384048" cy="384048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08076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60704" y="5989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Schrijfmoment — individueel, in stilte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 JE LEREN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Leerdoelen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einde van deze les kun je: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240280"/>
            <a:ext cx="11027664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22960" y="2450592"/>
            <a:ext cx="566928" cy="566928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18488" y="23591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drie stromingen omschrijven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18488" y="26974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Taoïsme, confucianisme en legalisme benoemen — én per stroming het mensbeeld: is de mens van nature goed of niet?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410712"/>
            <a:ext cx="11027664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822960" y="3621024"/>
            <a:ext cx="566928" cy="566928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822960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18488" y="35295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uitleggen hoe je een ‘goed mens’ wordt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18488" y="38679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stroming verwoorden hoe men volgens die stroming een goed mens of een goede samenleving wil bereiken.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581144"/>
            <a:ext cx="11027664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822960" y="4791456"/>
            <a:ext cx="566928" cy="566928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822960" y="4791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18488" y="47000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citaat of casus koppelen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18488" y="50383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bron (de kungfu-tekst, een sociaal puntensysteem) bij de juiste stroming plaatsen én je keuze onderbouwen met de tekst.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751576"/>
            <a:ext cx="11027664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822960" y="5961888"/>
            <a:ext cx="566928" cy="566928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822960" y="5961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18488" y="58704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boeddhisme herkennen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18488" y="620877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aangeven welke plaats het boeddhisme naast deze drie Chinese stromingen inneemt.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1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211C1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Vandaag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11027664" cy="1078992"/>
          </a:xfrm>
          <a:prstGeom prst="rect">
            <a:avLst/>
          </a:prstGeom>
          <a:solidFill>
            <a:srgbClr val="2C261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7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21408" y="2514600"/>
            <a:ext cx="9198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21408" y="2898648"/>
            <a:ext cx="9198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beginnen met de eerste presentaties.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11027664" cy="1078992"/>
          </a:xfrm>
          <a:prstGeom prst="rect">
            <a:avLst/>
          </a:prstGeom>
          <a:solidFill>
            <a:srgbClr val="2C261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841248" y="3648456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7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121408" y="3831336"/>
            <a:ext cx="9198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Chinese filosofie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21408" y="4215384"/>
            <a:ext cx="9198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grote stromingen en hun mensbeeld.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965192"/>
            <a:ext cx="11027664" cy="1078992"/>
          </a:xfrm>
          <a:prstGeom prst="rect">
            <a:avLst/>
          </a:prstGeom>
          <a:solidFill>
            <a:srgbClr val="2C261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841248" y="4965192"/>
            <a:ext cx="1188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7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121408" y="5148072"/>
            <a:ext cx="9198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Boeddhisme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121408" y="5532120"/>
            <a:ext cx="9198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Kort: een blik over de grens van de drie stromingen.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ACTIVEREN · ORDENEN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Jezelf</a:t>
            </a:r>
            <a:r>
              <a:rPr lang="en-US" sz="36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verbeteren</a:t>
            </a:r>
            <a:r>
              <a:rPr lang="en-US" sz="36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wat werkt het best?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voor jezelf op volgorde: van de beste manier (1) tot de minst goede.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713232" y="2404872"/>
            <a:ext cx="365760" cy="36576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713232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25296" y="228600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ochtend op een vaste tijd opstaan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999232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713232" y="3118104"/>
            <a:ext cx="365760" cy="36576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71323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25296" y="299923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713232" y="3831336"/>
            <a:ext cx="365760" cy="36576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713232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25296" y="371246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gaan sporten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425696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713232" y="4544568"/>
            <a:ext cx="365760" cy="36576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713232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25296" y="442569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plek vinden met strenge regels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5138928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Shape 22"/>
          <p:cNvSpPr/>
          <p:nvPr/>
        </p:nvSpPr>
        <p:spPr>
          <a:xfrm>
            <a:off x="713232" y="5257800"/>
            <a:ext cx="365760" cy="36576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713232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25296" y="513892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Langer alleen zijn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44768" y="2286000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Shape 26"/>
          <p:cNvSpPr/>
          <p:nvPr/>
        </p:nvSpPr>
        <p:spPr>
          <a:xfrm>
            <a:off x="6291072" y="2404872"/>
            <a:ext cx="365760" cy="365760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6291072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03136" y="228600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tijd met mensen met dezelfde doelen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44768" y="2999232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2" name="Shape 30"/>
          <p:cNvSpPr/>
          <p:nvPr/>
        </p:nvSpPr>
        <p:spPr>
          <a:xfrm>
            <a:off x="6291072" y="3118104"/>
            <a:ext cx="365760" cy="365760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3" name="Text 31"/>
          <p:cNvSpPr/>
          <p:nvPr/>
        </p:nvSpPr>
        <p:spPr>
          <a:xfrm>
            <a:off x="629107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03136" y="299923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afleiding in je leven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44768" y="3712464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6" name="Shape 34"/>
          <p:cNvSpPr/>
          <p:nvPr/>
        </p:nvSpPr>
        <p:spPr>
          <a:xfrm>
            <a:off x="6291072" y="3831336"/>
            <a:ext cx="365760" cy="365760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7" name="Text 35"/>
          <p:cNvSpPr/>
          <p:nvPr/>
        </p:nvSpPr>
        <p:spPr>
          <a:xfrm>
            <a:off x="6291072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03136" y="371246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tijd in de natuur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44768" y="4425696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0" name="Shape 38"/>
          <p:cNvSpPr/>
          <p:nvPr/>
        </p:nvSpPr>
        <p:spPr>
          <a:xfrm>
            <a:off x="6291072" y="4544568"/>
            <a:ext cx="365760" cy="365760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1" name="Text 39"/>
          <p:cNvSpPr/>
          <p:nvPr/>
        </p:nvSpPr>
        <p:spPr>
          <a:xfrm>
            <a:off x="6291072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03136" y="442569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44768" y="5138928"/>
            <a:ext cx="53492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4" name="Shape 42"/>
          <p:cNvSpPr/>
          <p:nvPr/>
        </p:nvSpPr>
        <p:spPr>
          <a:xfrm>
            <a:off x="6291072" y="5257800"/>
            <a:ext cx="365760" cy="365760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5" name="Text 43"/>
          <p:cNvSpPr/>
          <p:nvPr/>
        </p:nvSpPr>
        <p:spPr>
          <a:xfrm>
            <a:off x="6291072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03136" y="513892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 ochtend je eigen bed opmaken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66928" y="6035040"/>
            <a:ext cx="384048" cy="384048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0"/>
            <a:ext cx="201168" cy="201168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060704" y="6035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Schrijfmoment — individueel, in stilte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DENKVRAAG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creëer je orde?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Stel: jij mag een samenleving inrichten. Welke aanpak kies je  en wat zegt dat over hoe jij over mensen denkt?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3456432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3456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7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Iedereen werkt heel hard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inzet en oefening word je vanzelf beter.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5968" y="2377440"/>
            <a:ext cx="3456432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4315968" y="2651760"/>
            <a:ext cx="3456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7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2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Dwing iedereen zich goed te gedragen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461772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Strenge regels en straf houden de boel in toom.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2377440"/>
            <a:ext cx="3456432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8065008" y="2651760"/>
            <a:ext cx="3456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7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8321040" y="370332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Iedereen komt lekker tot rust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461772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mensen met rust; van nature komt het goed.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AANTEKENING · NOTEER IN JE SCHRIFT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stromingen, drie mensbeelden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3456432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1792224" y="2651760"/>
            <a:ext cx="1005840" cy="1005840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289864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7673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E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NATUUR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404164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Taoïsme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41248" y="4617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Volgens deze stroming: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41248" y="4892040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zijn van nature goed; de samenleving en haar regels bederven dat. Leef daarom natuurlijk en eenvoudig.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15968" y="2286000"/>
            <a:ext cx="3456432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1"/>
          <p:cNvSpPr/>
          <p:nvPr/>
        </p:nvSpPr>
        <p:spPr>
          <a:xfrm>
            <a:off x="5541264" y="2651760"/>
            <a:ext cx="1005840" cy="1005840"/>
          </a:xfrm>
          <a:prstGeom prst="ellipse">
            <a:avLst/>
          </a:prstGeom>
          <a:solidFill>
            <a:srgbClr val="BE9A4E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898648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15968" y="37673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SAMENLEVING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315968" y="404164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Confucianisme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4590288" y="4617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Volgens deze stroming: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90288" y="4892040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zijn van nature goed; mét de juiste opvoeding en omgangsvormen werken ze goed samen.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065008" y="2286000"/>
            <a:ext cx="3456432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Shape 17"/>
          <p:cNvSpPr/>
          <p:nvPr/>
        </p:nvSpPr>
        <p:spPr>
          <a:xfrm>
            <a:off x="9290304" y="2651760"/>
            <a:ext cx="1005840" cy="100584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2" y="2898648"/>
            <a:ext cx="512064" cy="5120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65008" y="37673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065008" y="404164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Legalisme</a:t>
            </a:r>
            <a:endParaRPr lang="en-US" sz="2300" dirty="0"/>
          </a:p>
        </p:txBody>
      </p:sp>
      <p:sp>
        <p:nvSpPr>
          <p:cNvPr id="25" name="Text 20"/>
          <p:cNvSpPr/>
          <p:nvPr/>
        </p:nvSpPr>
        <p:spPr>
          <a:xfrm>
            <a:off x="8339328" y="4617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Volgens deze stroming: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339328" y="4892040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zijn van nature níét goed; je moet ze met strenge regels en straf dwingen.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1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211C1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KIJKEN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Video: Kung Fu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6583680" cy="3657600"/>
          </a:xfrm>
          <a:prstGeom prst="rect">
            <a:avLst/>
          </a:prstGeom>
          <a:solidFill>
            <a:srgbClr val="2C261D"/>
          </a:solidFill>
          <a:ln w="19050">
            <a:solidFill>
              <a:srgbClr val="47604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3218688" y="3520440"/>
            <a:ext cx="1280160" cy="128016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776472"/>
            <a:ext cx="768096" cy="768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Kijkvraag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283464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woorden over hard werken, oefenen en herhalen vallen je op?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0" y="42976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 ze in je </a:t>
            </a:r>
            <a:r>
              <a:rPr lang="en-US" sz="1350" dirty="0" err="1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</a:t>
            </a:r>
            <a:r>
              <a:rPr lang="en-US" sz="1350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we hebben ze zo nodig bij de volgende opdracht.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BRONOPDRACHT · ELABORATIE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weg van de kungfu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6903720" cy="4526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74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423160"/>
            <a:ext cx="6263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2E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“Kungfu: dat betekent ‘uitmuntende vaardigheid door hard werken’. Een groot dichter heeft kungfu bereikt. De schilder, de kalligraaf — van hen kan gezegd worden dat ze kungfu bezitten. Zelfs de kok, degene die de trappen veegt, of een meesterlijke bediende, kan kungfu bezitten.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2E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Oefening. Voorbereiding. Eindeloze herhaling. Tot je geest vermoeid is en je botten pijn doen, tot je te moe bent om te zweten, te uitgeput om te ademen.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2E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 is de weg. De enige manier waarop men kungfu verwerft.”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90688" y="1627632"/>
            <a:ext cx="3803904" cy="4526280"/>
          </a:xfrm>
          <a:prstGeom prst="rect">
            <a:avLst/>
          </a:prstGeom>
          <a:solidFill>
            <a:srgbClr val="211C1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7"/>
          <p:cNvSpPr/>
          <p:nvPr/>
        </p:nvSpPr>
        <p:spPr>
          <a:xfrm>
            <a:off x="8065008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65008" y="2331720"/>
            <a:ext cx="3255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Bij welke stroming past dit citaat?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 je keuze uit en verwijs naar 3 stukken uit de tekst.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65008" y="5440680"/>
            <a:ext cx="365760" cy="365760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55138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22208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je antwoord in je schrift.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F4EFE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TOEPASSEN · OP DE WEBSITE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Opdracht: het sociale-puntensysteem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11027664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1069848" y="2423160"/>
            <a:ext cx="1371600" cy="1371600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27889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07208" y="233172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Maak de opdracht ‘Sociale-puntensysteem’ op de website.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211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Bij welke stroming past zo’n systeem? Leg je keuze uit.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807208" y="41605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8C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 terug aan de drie mensbeelden: welk mensbeeld zit er achter het belonen en straffen van gedrag met punten?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5623560"/>
            <a:ext cx="384048" cy="384048"/>
          </a:xfrm>
          <a:prstGeom prst="ellipse">
            <a:avLst/>
          </a:prstGeom>
          <a:solidFill>
            <a:srgbClr val="5E7E6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9"/>
          <p:cNvSpPr/>
          <p:nvPr/>
        </p:nvSpPr>
        <p:spPr>
          <a:xfrm>
            <a:off x="1060704" y="5623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individueel, in stilte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1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solidFill>
            <a:srgbClr val="B23A2E"/>
          </a:solidFill>
          <a:ln w="19050">
            <a:solidFill>
              <a:srgbClr val="211C1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1102766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E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Exitticket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Laatste schrijfmoment — individueel en in stilte. Lever in voordat je gaat; we beginnen er volgende les mee.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3456432" cy="3108960"/>
          </a:xfrm>
          <a:prstGeom prst="rect">
            <a:avLst/>
          </a:prstGeom>
          <a:solidFill>
            <a:srgbClr val="2C261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Noem de drie stromingen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2944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…en geef per stroming in één zin het mensbeeld (is de mens van nature goed of niet?).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331720"/>
            <a:ext cx="3456432" cy="3108960"/>
          </a:xfrm>
          <a:prstGeom prst="rect">
            <a:avLst/>
          </a:prstGeom>
          <a:solidFill>
            <a:srgbClr val="2C261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640080" cy="64008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342900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kungfu-tekst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72000" y="4160520"/>
            <a:ext cx="2944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welke stroming past ‘hard werken en eindeloze herhaling’? Leg in één zin uit waarom.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65008" y="2331720"/>
            <a:ext cx="3456432" cy="3108960"/>
          </a:xfrm>
          <a:prstGeom prst="rect">
            <a:avLst/>
          </a:prstGeom>
          <a:solidFill>
            <a:srgbClr val="2C261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8321040" y="2606040"/>
            <a:ext cx="640080" cy="64008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83210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21040" y="342900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4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Jouw vraag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21040" y="4160520"/>
            <a:ext cx="2944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B9A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één vraag op die je na deze les nog hebt over de Chinese filosofie.</a:t>
            </a:r>
            <a:endParaRPr lang="en-US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03504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1482</Words>
  <Application>Microsoft Office PowerPoint</Application>
  <PresentationFormat>Aangepast</PresentationFormat>
  <Paragraphs>164</Paragraphs>
  <Slides>11</Slides>
  <Notes>11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Filosofie</dc:title>
  <dc:subject>PptxGenJS Presentation</dc:subject>
  <dc:creator>Levensbeschouwing</dc:creator>
  <cp:lastModifiedBy>Alexander de Jeger</cp:lastModifiedBy>
  <cp:revision>2</cp:revision>
  <dcterms:created xsi:type="dcterms:W3CDTF">2026-06-25T09:00:43Z</dcterms:created>
  <dcterms:modified xsi:type="dcterms:W3CDTF">2026-06-25T09:10:03Z</dcterms:modified>
</cp:coreProperties>
</file>