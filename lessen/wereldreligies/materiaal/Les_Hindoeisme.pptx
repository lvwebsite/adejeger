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344" r:id="rId3"/>
    <p:sldId id="345" r:id="rId4"/>
    <p:sldId id="349" r:id="rId5"/>
    <p:sldId id="346" r:id="rId6"/>
    <p:sldId id="347" r:id="rId7"/>
    <p:sldId id="348" r:id="rId8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7"/>
  </p:normalViewPr>
  <p:slideViewPr>
    <p:cSldViewPr snapToGrid="0">
      <p:cViewPr varScale="1">
        <p:scale>
          <a:sx n="115" d="100"/>
          <a:sy n="115" d="100"/>
        </p:scale>
        <p:origin x="10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5C55C-D707-E148-86C1-EC770EC77D25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E66AD-ABF5-0141-8530-333B7C00DA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9950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40CBF-9B1A-A3B5-1ACA-157FA6B2E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AEE778-2218-1628-3F49-66DDF501AD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54627-FD82-0B1D-7759-2C618C95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299F-F2B1-C944-99B5-43CCC89FA682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AB760-019B-AECF-E3A1-A6167E30A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FD36A-6421-8436-EC86-44022B74E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F519-EAB3-374A-A9DB-6469E61B51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5503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19FA1-4D91-655E-D42B-2E5D18D12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34602-AD43-C9C0-8AB1-A1E7C122F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F67F2-671F-61CE-A954-6F443B79E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299F-F2B1-C944-99B5-43CCC89FA682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C1372-25D9-EC58-06B8-55B6AF49E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F41D6-4BA1-A92A-733C-2983FD0D2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F519-EAB3-374A-A9DB-6469E61B51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59432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D47C-FA75-C208-4A40-C75A8FA3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1B00F-552A-5CF2-9172-39C19BEC3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D9046-C468-F237-D5B8-B9CA1E500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299F-F2B1-C944-99B5-43CCC89FA682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94F14-DBA9-14EF-E830-54B25BA1F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D89FB-3564-8779-83DA-2AA9CC921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F519-EAB3-374A-A9DB-6469E61B51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70413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C705-AD02-AEB7-2755-7E268D82C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F8015-915D-7161-23C0-BF0E214C1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28DA4-927C-A914-94BC-FFE64D573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974991-BF22-5CC6-48E9-553320FF3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299F-F2B1-C944-99B5-43CCC89FA682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2E8D7-9DD8-09C4-45E2-ED4966D1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1A443-1268-ACD2-6A3D-A205C09C9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F519-EAB3-374A-A9DB-6469E61B51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84635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EDA79-5FA2-3349-189D-36982B0A5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F8F45-3DF8-B0E2-CB66-52477D330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BAB55-CC88-9E32-C38E-A23C0B87C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38DB8A-CBD9-724A-FA27-CB24D073CB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892B8-C02F-F7E2-E443-06A99D6CBF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8DD9CE-3B19-8CD4-0C16-07ED5039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299F-F2B1-C944-99B5-43CCC89FA682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537EA4-7F67-0F89-D1B2-2B780D49A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42B771-0600-7A9C-AF99-4DFA4233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F519-EAB3-374A-A9DB-6469E61B51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24566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F77D0-A8BC-DDF9-1BEF-9E57C03C9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F477F4-35C5-5971-8C54-5A5DFAFB8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299F-F2B1-C944-99B5-43CCC89FA682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125BA1-9CCC-4A8D-0470-93352A208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E60DC-1B35-451C-07A3-34260841F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F519-EAB3-374A-A9DB-6469E61B51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55606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3BA659-F981-AD1A-C6F9-F9454E9BD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299F-F2B1-C944-99B5-43CCC89FA682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0D3A3-9D27-E21D-ECE8-0B0913F51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0ACD3-FC99-B31E-A38D-C11ABDB4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F519-EAB3-374A-A9DB-6469E61B51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62224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2D4F0-6A59-40F6-73F3-8098D6C32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B792D-AABB-1FDF-C617-E4256208A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DEE77-BB8A-55DF-D28D-BCB9B6785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AE522-3809-BA5D-2D8E-7174E93BE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299F-F2B1-C944-99B5-43CCC89FA682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9D26E-2837-00F2-52E4-B8EF555CD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68483-8F7D-0F8C-57D2-4AFF70C9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F519-EAB3-374A-A9DB-6469E61B51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27223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2F91C-A6EF-2E43-79C4-4E4F7AA31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0B410E-B265-BF72-FDAA-FF376903EE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4D370-FEB3-8D47-54F7-9003702FB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F6587-A153-D98F-68E2-C13B25C21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299F-F2B1-C944-99B5-43CCC89FA682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C3546-ED09-48CD-6495-B7A6BC492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C116C-CA70-3D7D-1D12-FB9E27283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F519-EAB3-374A-A9DB-6469E61B51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99601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3751B-EDB4-9E06-127A-25CFBEE18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55F08-5A86-2A30-462B-9C989475D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AF992-B010-BEE6-1B8B-3ABA8C3B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299F-F2B1-C944-99B5-43CCC89FA682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F5C68-40E8-38D7-6632-AE17B8E03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27017-0D0F-05CD-9AD2-CC1600E0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F519-EAB3-374A-A9DB-6469E61B51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09854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C914E6-5475-4557-C068-B78AEA6E6E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7F777-6A1B-3295-0BD3-34B0A8212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F0604-3D29-9F48-0C86-D193A93C2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299F-F2B1-C944-99B5-43CCC89FA682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0B497-63B8-AB2C-E71C-CD98B81EC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77662-85DE-657B-163F-CED38EB41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F519-EAB3-374A-A9DB-6469E61B51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161226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47B9AF-2A1E-E1EC-4D26-5BDD1CFF9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F06A5-3E75-2668-6E7E-8D89C86C7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CAB38-EA83-CD01-355A-72F6C65ED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EE299F-F2B1-C944-99B5-43CCC89FA682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657D7-688D-9389-88D0-50ADBEA1C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174CC-A623-886D-F86F-43DA1F0EC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8EF519-EAB3-374A-A9DB-6469E61B51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7610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video" Target="https://www.youtube.com/embed/R1hs5FO_Oqk?feature=oembed" TargetMode="Externa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video" Target="https://www.youtube.com/embed/ap0XD2XckLo?feature=oembed" TargetMode="Externa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120640" cy="5120640"/>
          </a:xfrm>
          <a:prstGeom prst="ellipse">
            <a:avLst/>
          </a:prstGeom>
          <a:solidFill>
            <a:srgbClr val="3A261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9784080" y="-640080"/>
            <a:ext cx="3291840" cy="3291840"/>
          </a:xfrm>
          <a:prstGeom prst="ellipse">
            <a:avLst/>
          </a:prstGeom>
          <a:solidFill>
            <a:srgbClr val="B8722E">
              <a:alpha val="22000"/>
            </a:srgbClr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D8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LEVENSBESCHOUWING · 3E JAAR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E8D5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Hindoeïsme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DB9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van de oudste nog levende religies ter wereld — en de derde grootste.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80060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3A2615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1051560" y="49560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89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 miljard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69848" y="55961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hindoes wereldwijd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480060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3A2615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4754880" y="49560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89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±250.000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73168" y="55961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hindoes in Nederland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480060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3A2615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8458200" y="49560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89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76488" y="55961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tempels in Nederland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Vandaag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0515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4" name="Shape 2"/>
          <p:cNvSpPr/>
          <p:nvPr/>
        </p:nvSpPr>
        <p:spPr>
          <a:xfrm>
            <a:off x="1188720" y="2240280"/>
            <a:ext cx="777240" cy="777240"/>
          </a:xfrm>
          <a:prstGeom prst="ellipse">
            <a:avLst/>
          </a:prstGeom>
          <a:solidFill>
            <a:srgbClr val="B8722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802" y="244236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8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LEERDOEL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240280" y="2697480"/>
            <a:ext cx="8778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15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 kan </a:t>
            </a:r>
            <a:r>
              <a:rPr lang="en-US" sz="2600" dirty="0">
                <a:solidFill>
                  <a:srgbClr val="2415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belangrijkste elementen van het hindoeïsme beschrijven — samsara, karma, moksha en brahman — en uitleggen hoe ze samenhangen.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68680" y="45262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eind van de les schrijf je in je eigen woorden op wat deze vier begrippen betekenen.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Opdracht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74520"/>
            <a:ext cx="105156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4" name="Shape 2"/>
          <p:cNvSpPr/>
          <p:nvPr/>
        </p:nvSpPr>
        <p:spPr>
          <a:xfrm>
            <a:off x="1234440" y="2377440"/>
            <a:ext cx="868680" cy="868680"/>
          </a:xfrm>
          <a:prstGeom prst="ellipse">
            <a:avLst/>
          </a:prstGeom>
          <a:solidFill>
            <a:srgbClr val="B8722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297" y="260329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68880" y="219456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Lees paragraaf 4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468880" y="278892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de tekst over het hindoeïsme aandachtig door. Onderstreep begrippen die je nog niet kent.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3977640"/>
            <a:ext cx="105156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6"/>
          <p:cNvSpPr/>
          <p:nvPr/>
        </p:nvSpPr>
        <p:spPr>
          <a:xfrm>
            <a:off x="1234440" y="4480560"/>
            <a:ext cx="868680" cy="868680"/>
          </a:xfrm>
          <a:prstGeom prst="ellipse">
            <a:avLst/>
          </a:prstGeom>
          <a:solidFill>
            <a:srgbClr val="B8722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297" y="470641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68880" y="42976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Speel de escape room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2468880" y="48920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naar de website en werk je door de vier kamers van De Tempelpoort. Elk juist antwoord brengt je dieper de tempel in.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4069080" cy="5303520"/>
          </a:xfrm>
          <a:prstGeom prst="roundRect">
            <a:avLst>
              <a:gd name="adj" fmla="val 2247"/>
            </a:avLst>
          </a:prstGeom>
          <a:solidFill>
            <a:srgbClr val="2B1810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1051560" y="1234440"/>
            <a:ext cx="731520" cy="731520"/>
          </a:xfrm>
          <a:prstGeom prst="ellipse">
            <a:avLst/>
          </a:prstGeom>
          <a:solidFill>
            <a:srgbClr val="B8722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755" y="142463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19456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8D5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Zijn dit dezelfde Donald Ducks?</a:t>
            </a:r>
            <a:endParaRPr lang="en-US" sz="3400" dirty="0"/>
          </a:p>
        </p:txBody>
      </p:sp>
      <p:pic>
        <p:nvPicPr>
          <p:cNvPr id="6" name="Image 1" descr="img/donald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914400"/>
            <a:ext cx="6583680" cy="17940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4920" y="29260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 twee argumenten: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5212080" y="3520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dit </a:t>
            </a:r>
            <a:r>
              <a:rPr lang="en-US" sz="1800" b="1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</a:t>
            </a:r>
            <a:r>
              <a:rPr lang="en-US" sz="1800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figuur is (15+ woorden)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212080" y="4114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dit een </a:t>
            </a:r>
            <a:r>
              <a:rPr lang="en-US" sz="1800" b="1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</a:t>
            </a:r>
            <a:r>
              <a:rPr lang="en-US" sz="1800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figuur is (15+ woorden)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074920" y="507492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als de ziel (atman) die in steeds nieuwe levens terugkeert: dezelfde kern, een andere gedaante.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Welk begrip hoort bij welke figuur?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0700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Samsara · Moksha · Karma · Brahman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240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1234440" y="2084832"/>
            <a:ext cx="1051560" cy="1051560"/>
          </a:xfrm>
          <a:prstGeom prst="ellipse">
            <a:avLst/>
          </a:prstGeom>
          <a:solidFill>
            <a:srgbClr val="3D5C4A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877" y="2379269"/>
            <a:ext cx="462686" cy="462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735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8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600" dirty="0">
                <a:solidFill>
                  <a:srgbClr val="5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00400" y="1783080"/>
            <a:ext cx="2240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9" name="Image 1" descr="img/scale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01568" y="1984248"/>
            <a:ext cx="1837944" cy="12527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32735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8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600" dirty="0">
                <a:solidFill>
                  <a:srgbClr val="5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" y="4023360"/>
            <a:ext cx="2240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12" name="Image 2" descr="img/jailbreak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1248" y="4224528"/>
            <a:ext cx="1837944" cy="12527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55138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8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600" dirty="0">
                <a:solidFill>
                  <a:srgbClr val="5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3200400" y="4023360"/>
            <a:ext cx="2240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15" name="Image 3" descr="img/cosmic.jpe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01568" y="4224528"/>
            <a:ext cx="1837944" cy="12527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383280" y="55138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8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600" dirty="0">
                <a:solidFill>
                  <a:srgbClr val="5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5943600" y="1783080"/>
            <a:ext cx="5577840" cy="4343400"/>
          </a:xfrm>
          <a:prstGeom prst="roundRect">
            <a:avLst>
              <a:gd name="adj" fmla="val 2105"/>
            </a:avLst>
          </a:prstGeom>
          <a:solidFill>
            <a:srgbClr val="2B1810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8" name="Text 12"/>
          <p:cNvSpPr/>
          <p:nvPr/>
        </p:nvSpPr>
        <p:spPr>
          <a:xfrm>
            <a:off x="63093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89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Aantekening</a:t>
            </a:r>
            <a:endParaRPr lang="en-US" sz="2400" dirty="0"/>
          </a:p>
        </p:txBody>
      </p:sp>
      <p:sp>
        <p:nvSpPr>
          <p:cNvPr id="19" name="Shape 13"/>
          <p:cNvSpPr/>
          <p:nvPr/>
        </p:nvSpPr>
        <p:spPr>
          <a:xfrm>
            <a:off x="6309360" y="2715768"/>
            <a:ext cx="457200" cy="457200"/>
          </a:xfrm>
          <a:prstGeom prst="ellipse">
            <a:avLst/>
          </a:prstGeom>
          <a:solidFill>
            <a:srgbClr val="B8722E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2834640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03720" y="26517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ziel (</a:t>
            </a:r>
            <a:r>
              <a:rPr lang="en-US" sz="1650" i="1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atman</a:t>
            </a:r>
            <a:r>
              <a:rPr lang="en-US" sz="165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doorloopt steeds nieuwe levens: </a:t>
            </a:r>
            <a:r>
              <a:rPr lang="en-US" sz="1650" b="1" dirty="0">
                <a:solidFill>
                  <a:srgbClr val="D8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samsara</a:t>
            </a:r>
            <a:r>
              <a:rPr lang="en-US" sz="165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</p:txBody>
      </p:sp>
      <p:sp>
        <p:nvSpPr>
          <p:cNvPr id="22" name="Shape 15"/>
          <p:cNvSpPr/>
          <p:nvPr/>
        </p:nvSpPr>
        <p:spPr>
          <a:xfrm>
            <a:off x="6309360" y="3538728"/>
            <a:ext cx="457200" cy="457200"/>
          </a:xfrm>
          <a:prstGeom prst="ellipse">
            <a:avLst/>
          </a:prstGeom>
          <a:solidFill>
            <a:srgbClr val="B8722E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232" y="3657600"/>
            <a:ext cx="219456" cy="21945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903720" y="34747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Leef je goed, dan wordt je volgende bestaan beter: </a:t>
            </a:r>
            <a:r>
              <a:rPr lang="en-US" sz="1650" b="1" dirty="0">
                <a:solidFill>
                  <a:srgbClr val="D8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</a:t>
            </a:r>
            <a:r>
              <a:rPr lang="en-US" sz="165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</p:txBody>
      </p:sp>
      <p:sp>
        <p:nvSpPr>
          <p:cNvPr id="25" name="Shape 17"/>
          <p:cNvSpPr/>
          <p:nvPr/>
        </p:nvSpPr>
        <p:spPr>
          <a:xfrm>
            <a:off x="6309360" y="4361688"/>
            <a:ext cx="457200" cy="457200"/>
          </a:xfrm>
          <a:prstGeom prst="ellipse">
            <a:avLst/>
          </a:prstGeom>
          <a:solidFill>
            <a:srgbClr val="B8722E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480560"/>
            <a:ext cx="219456" cy="21945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903720" y="42976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doel is uit die kringloop breken: </a:t>
            </a:r>
            <a:r>
              <a:rPr lang="en-US" sz="1650" b="1" dirty="0">
                <a:solidFill>
                  <a:srgbClr val="D8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moksha</a:t>
            </a:r>
            <a:r>
              <a:rPr lang="en-US" sz="165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</p:txBody>
      </p:sp>
      <p:sp>
        <p:nvSpPr>
          <p:cNvPr id="28" name="Shape 19"/>
          <p:cNvSpPr/>
          <p:nvPr/>
        </p:nvSpPr>
        <p:spPr>
          <a:xfrm>
            <a:off x="6309360" y="5184648"/>
            <a:ext cx="457200" cy="457200"/>
          </a:xfrm>
          <a:prstGeom prst="ellipse">
            <a:avLst/>
          </a:prstGeom>
          <a:solidFill>
            <a:srgbClr val="B8722E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8232" y="5303520"/>
            <a:ext cx="219456" cy="21945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903720" y="51206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word je één met het goddelijke: </a:t>
            </a:r>
            <a:r>
              <a:rPr lang="en-US" sz="1650" b="1" dirty="0">
                <a:solidFill>
                  <a:srgbClr val="D8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brahman</a:t>
            </a:r>
            <a:r>
              <a:rPr lang="en-US" sz="165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D4B0C-3AA6-D8D8-7BA7-AD897384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4" name="Online Media 3" title="Holi Festival Of Colour | Planet Earth II | Cities Behind The Scenes">
            <a:hlinkClick r:id="" action="ppaction://media"/>
            <a:extLst>
              <a:ext uri="{FF2B5EF4-FFF2-40B4-BE49-F238E27FC236}">
                <a16:creationId xmlns:a16="http://schemas.microsoft.com/office/drawing/2014/main" id="{B479AF03-CBF3-4BD4-9B50-3B5C2B8F3B3F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7218" y="155787"/>
            <a:ext cx="11727715" cy="662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6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78156-837C-781F-7650-D75E4FC96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4" name="Online Media 3" title="Diwali - Festival of Lights | National Geographic">
            <a:hlinkClick r:id="" action="ppaction://media"/>
            <a:extLst>
              <a:ext uri="{FF2B5EF4-FFF2-40B4-BE49-F238E27FC236}">
                <a16:creationId xmlns:a16="http://schemas.microsoft.com/office/drawing/2014/main" id="{4FCC2A0B-1D56-F26B-88B0-5280CE4EE77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99380" y="224358"/>
            <a:ext cx="11343979" cy="640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5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486</Words>
  <Application>Microsoft Macintosh PowerPoint</Application>
  <PresentationFormat>Widescreen</PresentationFormat>
  <Paragraphs>44</Paragraphs>
  <Slides>7</Slides>
  <Notes>5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de Jeger</dc:creator>
  <cp:lastModifiedBy>Alexander de Jeger</cp:lastModifiedBy>
  <cp:revision>2</cp:revision>
  <dcterms:created xsi:type="dcterms:W3CDTF">2026-03-04T18:23:12Z</dcterms:created>
  <dcterms:modified xsi:type="dcterms:W3CDTF">2026-06-26T18:25:19Z</dcterms:modified>
</cp:coreProperties>
</file>