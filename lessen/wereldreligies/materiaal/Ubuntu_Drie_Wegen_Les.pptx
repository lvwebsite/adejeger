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ben omdat wij zijn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B9A8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Ubuntu, apartheid en de Waarheidscommissie</a:t>
            </a:r>
            <a:endParaRPr lang="en-US" sz="2300" dirty="0"/>
          </a:p>
        </p:txBody>
      </p:sp>
      <p:pic>
        <p:nvPicPr>
          <p:cNvPr id="5" name="Image 0" descr="fig_mande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8" y="4069080"/>
            <a:ext cx="1371600" cy="1714500"/>
          </a:xfrm>
          <a:prstGeom prst="rect">
            <a:avLst/>
          </a:prstGeom>
        </p:spPr>
      </p:pic>
      <p:pic>
        <p:nvPicPr>
          <p:cNvPr id="6" name="Image 1" descr="fig_gu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4069080"/>
            <a:ext cx="1371600" cy="1714500"/>
          </a:xfrm>
          <a:prstGeom prst="rect">
            <a:avLst/>
          </a:prstGeom>
        </p:spPr>
      </p:pic>
      <p:pic>
        <p:nvPicPr>
          <p:cNvPr id="7" name="Image 2" descr="fig_tut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48" y="4069080"/>
            <a:ext cx="1371600" cy="1714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52648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Mandela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5181448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bewaker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7010248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Tutu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ben jij — en door wie?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Schrift erbij · in stilte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3383280"/>
          </a:xfrm>
          <a:prstGeom prst="roundRect">
            <a:avLst>
              <a:gd name="adj" fmla="val 2703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69748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670048"/>
            <a:ext cx="9174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in 3 woorden op wie jij bent.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361188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456432"/>
            <a:ext cx="9174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je nog steeds 'jij' zijn als je je hele leven alleen op de wereld was, zonder andere mensen? Schrijf op waarom wel of niet.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 het eind van de les… ik kan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86968"/>
          </a:xfrm>
          <a:prstGeom prst="roundRect">
            <a:avLst>
              <a:gd name="adj" fmla="val 1030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913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899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3570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wat Ubuntu betekent en het in één zin samenvatten.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911535" cy="886968"/>
          </a:xfrm>
          <a:prstGeom prst="roundRect">
            <a:avLst>
              <a:gd name="adj" fmla="val 1030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25069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41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3017520"/>
            <a:ext cx="93570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beschrijven wat apartheid was en wat de Waarheids- en Verzoeningscommissie deed.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11535" cy="886968"/>
          </a:xfrm>
          <a:prstGeom prst="roundRect">
            <a:avLst>
              <a:gd name="adj" fmla="val 1030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30225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3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4069080"/>
            <a:ext cx="93570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verplaatsen in drie personen — een gevangene, een bewaker en een bisschop — en hun standpunt in eigen woorden verwoorden.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11535" cy="886968"/>
          </a:xfrm>
          <a:prstGeom prst="roundRect">
            <a:avLst>
              <a:gd name="adj" fmla="val 1030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35381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446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35705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hoe Ubuntu zichtbaar wordt in verzoening, en pas dáárna mijn eigen mening vormen.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Ubuntu?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de Ubuntu-filosofie is een mens een mens dóór andere mensen. Je wordt pas wie je bent in verbinding met de mensen om je heen.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0911535" cy="1737360"/>
          </a:xfrm>
          <a:prstGeom prst="roundRect">
            <a:avLst>
              <a:gd name="adj" fmla="val 5263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10896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D89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“Ik ben omdat wij zijn.”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Umuntu ngumuntu ngabantu — een mens is een mens door andere mensen.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Menselijkheid is iets dat we elkaar geven.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Apartheid in Zuid-Afrika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89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89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systeem van wetten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7071055" cy="914400"/>
          </a:xfrm>
          <a:prstGeom prst="roundRect">
            <a:avLst>
              <a:gd name="adj" fmla="val 10000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011680"/>
            <a:ext cx="6522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wet hield mensen uit elkaar op basis van hun huidskleur.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80560" y="3108960"/>
            <a:ext cx="7071055" cy="914400"/>
          </a:xfrm>
          <a:prstGeom prst="roundRect">
            <a:avLst>
              <a:gd name="adj" fmla="val 10000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3108960"/>
            <a:ext cx="6522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zwart was, mocht niet stemmen, moest in aparte wijken wonen en kon zomaar worden opgepakt.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480560" y="4206240"/>
            <a:ext cx="7071055" cy="914400"/>
          </a:xfrm>
          <a:prstGeom prst="roundRect">
            <a:avLst>
              <a:gd name="adj" fmla="val 10000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4206240"/>
            <a:ext cx="6522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Apartheid is in alles het tegenovergestelde van Ubuntu: niet samen, maar gescheiden.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 APARTHEID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doe je met de daders?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3338" cy="1143000"/>
          </a:xfrm>
          <a:prstGeom prst="roundRect">
            <a:avLst>
              <a:gd name="adj" fmla="val 8000"/>
            </a:avLst>
          </a:prstGeom>
          <a:solidFill>
            <a:srgbClr val="1F17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Straffen, zoals na een oorlog?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99178" y="1920240"/>
            <a:ext cx="3393338" cy="1143000"/>
          </a:xfrm>
          <a:prstGeom prst="roundRect">
            <a:avLst>
              <a:gd name="adj" fmla="val 8000"/>
            </a:avLst>
          </a:prstGeom>
          <a:solidFill>
            <a:srgbClr val="1F17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27778" y="19202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Vergeten en doorgaan?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8277" y="1920240"/>
            <a:ext cx="3393338" cy="1143000"/>
          </a:xfrm>
          <a:prstGeom prst="roundRect">
            <a:avLst>
              <a:gd name="adj" fmla="val 8000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86877" y="19202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een derde weg…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911535" cy="2194560"/>
          </a:xfrm>
          <a:prstGeom prst="roundRect">
            <a:avLst>
              <a:gd name="adj" fmla="val 4167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Waarheids- en Verzoeningscommissie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Daders konden de héle waarheid vertellen — in het openbaar, tegenover de slachtoffers — in ruil voor amnestie. Geen wraak, geen vergeten, maar de waarheid op tafel, zodat het land kon helen.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PERSPECTIEVEN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mensen, één kamer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62858" cy="3703320"/>
          </a:xfrm>
          <a:prstGeom prst="roundRect">
            <a:avLst>
              <a:gd name="adj" fmla="val 271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fig_mande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69" y="2011680"/>
            <a:ext cx="109728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290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GEVANGENE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Nelson Mandela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4224528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 27 jaar vast en koos als president voor verzoening in plaats van wraak.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4418" y="1828800"/>
            <a:ext cx="3362858" cy="3703320"/>
          </a:xfrm>
          <a:prstGeom prst="roundRect">
            <a:avLst>
              <a:gd name="adj" fmla="val 271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fig_gu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8" y="2011680"/>
            <a:ext cx="1097280" cy="1371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98" y="34290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97298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bewaker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88738" y="4224528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gewone man die Mandela bewaakte en langzaam anders ging kijken.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88757" y="1828800"/>
            <a:ext cx="3362858" cy="3703320"/>
          </a:xfrm>
          <a:prstGeom prst="roundRect">
            <a:avLst>
              <a:gd name="adj" fmla="val 2719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2" descr="fig_tut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546" y="2011680"/>
            <a:ext cx="1097280" cy="1371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1637" y="34290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BISSCHOP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371637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Desmond Tutu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63077" y="4224528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Leidde de commissie en bouwde haar op het idee van Ubuntu.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 is een verzonnen, samengesteld personage dat staat voor de vele gewone mensen die het systeem uitvoerden.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/ GROEN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Eens of oneens?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Steek je kaartje op — nog geen lange discussie, we peilen eerst.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iemand pas echt begrijpen als je je in hem verplaatst.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9067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999232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vergeeft, is zwak.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803904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712464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Daders horen altijd gestraft te worden.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425696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517136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07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4256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andere mensen ben je niemand.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5230368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138928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waarheid horen kan belangrijker zijn dan straf.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wegen naar de Waarheidscommissie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89988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alle drie de wegen — Mandela, de bewaker en Tutu. De pagina houdt bij wat je af hebt.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17754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683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2953512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Verplaats je echt in elk personage. Kies wat bij hém past; een keuze die niet past, telt als fout.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16509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55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3941064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teksten rustig — je kunt pas verder als je ze gelezen hebt.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152644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435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4928616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 schrijfmoment: schrift erbij, gebruik de gevraagde kernwoorden en kijk je antwoord na met het voorbeeld.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NABESPREKING · COLD CALL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mag je oordelen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1F17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76272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4484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leerde Mandela de taal van zijn bewaker?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16936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1F17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127248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2916936"/>
            <a:ext cx="94484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gaat een gewone man als Pieter van wegkijken naar spijt?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1F17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078224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3867912"/>
            <a:ext cx="94484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Ubuntu in dit verhaal dat straf alleen niet kan?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18888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02920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4818888"/>
            <a:ext cx="94484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jij: is verzoening zonder straf échte gerechtigheid?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 voor je de les uitloopt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Schrift erbij · in stilte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78892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92656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zin: wat betekent ‘ik ben omdat wij zijn’ volgens jou ná deze les?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241A1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4434840"/>
            <a:ext cx="420624" cy="420624"/>
          </a:xfrm>
          <a:prstGeom prst="ellipse">
            <a:avLst/>
          </a:prstGeom>
          <a:solidFill>
            <a:srgbClr val="D89240"/>
          </a:solidFill>
          <a:ln w="12700">
            <a:solidFill>
              <a:srgbClr val="D89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25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F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931920"/>
            <a:ext cx="92656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ding dat je nog wilt weten — of iets waar je het juist niet mee eens bent.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 ben omdat wij zijn — Ubuntu</dc:title>
  <dc:subject>PptxGenJS Presentation</dc:subject>
  <dc:creator>Levensbeschouwing</dc:creator>
  <cp:lastModifiedBy>Levensbeschouwing</cp:lastModifiedBy>
  <cp:revision>1</cp:revision>
  <dcterms:created xsi:type="dcterms:W3CDTF">2026-06-26T13:51:22Z</dcterms:created>
  <dcterms:modified xsi:type="dcterms:W3CDTF">2026-06-26T13:51:22Z</dcterms:modified>
</cp:coreProperties>
</file>