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359" r:id="rId3"/>
    <p:sldId id="361" r:id="rId4"/>
    <p:sldId id="360" r:id="rId5"/>
    <p:sldId id="363" r:id="rId6"/>
    <p:sldId id="362" r:id="rId7"/>
    <p:sldId id="364" r:id="rId8"/>
    <p:sldId id="366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FA51D1-BCD4-0844-A487-582D4AB2CF38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CD470A10-3D39-F84D-B80D-20D51E8C909F}">
      <dgm:prSet phldrT="[Text]"/>
      <dgm:spPr/>
      <dgm:t>
        <a:bodyPr/>
        <a:lstStyle/>
        <a:p>
          <a:r>
            <a:rPr lang="en-GB" dirty="0"/>
            <a:t>Abraham</a:t>
          </a:r>
        </a:p>
      </dgm:t>
    </dgm:pt>
    <dgm:pt modelId="{FFFE7B2F-17D7-574B-A0E9-B665E732CAEC}" type="parTrans" cxnId="{4934A9A7-5A69-664C-8E1C-C0864F1DF95B}">
      <dgm:prSet/>
      <dgm:spPr/>
      <dgm:t>
        <a:bodyPr/>
        <a:lstStyle/>
        <a:p>
          <a:endParaRPr lang="en-GB"/>
        </a:p>
      </dgm:t>
    </dgm:pt>
    <dgm:pt modelId="{B352B505-A9F2-A247-857E-9CEC3A6F52CA}" type="sibTrans" cxnId="{4934A9A7-5A69-664C-8E1C-C0864F1DF95B}">
      <dgm:prSet/>
      <dgm:spPr/>
      <dgm:t>
        <a:bodyPr/>
        <a:lstStyle/>
        <a:p>
          <a:endParaRPr lang="en-GB"/>
        </a:p>
      </dgm:t>
    </dgm:pt>
    <dgm:pt modelId="{15C1063B-7B20-E946-8510-64AA6CA88505}">
      <dgm:prSet phldrT="[Text]"/>
      <dgm:spPr/>
      <dgm:t>
        <a:bodyPr/>
        <a:lstStyle/>
        <a:p>
          <a:r>
            <a:rPr lang="en-GB" dirty="0"/>
            <a:t>Soms </a:t>
          </a:r>
          <a:r>
            <a:rPr lang="en-GB" dirty="0" err="1"/>
            <a:t>slechte</a:t>
          </a:r>
          <a:r>
            <a:rPr lang="en-GB" dirty="0"/>
            <a:t> </a:t>
          </a:r>
          <a:r>
            <a:rPr lang="en-GB" dirty="0" err="1"/>
            <a:t>tijden</a:t>
          </a:r>
          <a:r>
            <a:rPr lang="en-GB" dirty="0"/>
            <a:t>, maar God </a:t>
          </a:r>
          <a:r>
            <a:rPr lang="en-GB" dirty="0" err="1"/>
            <a:t>blijft</a:t>
          </a:r>
          <a:r>
            <a:rPr lang="en-GB" dirty="0"/>
            <a:t> </a:t>
          </a:r>
          <a:r>
            <a:rPr lang="en-GB" dirty="0" err="1"/>
            <a:t>altijd</a:t>
          </a:r>
          <a:r>
            <a:rPr lang="en-GB" dirty="0"/>
            <a:t> </a:t>
          </a:r>
          <a:r>
            <a:rPr lang="en-GB" dirty="0" err="1"/>
            <a:t>trouw</a:t>
          </a:r>
          <a:endParaRPr lang="en-GB" dirty="0"/>
        </a:p>
      </dgm:t>
    </dgm:pt>
    <dgm:pt modelId="{B2916B1A-AE40-534D-896D-981898746A2E}" type="parTrans" cxnId="{4367C94C-B283-4D4E-B7A1-32120D7BA97C}">
      <dgm:prSet/>
      <dgm:spPr/>
      <dgm:t>
        <a:bodyPr/>
        <a:lstStyle/>
        <a:p>
          <a:endParaRPr lang="en-GB"/>
        </a:p>
      </dgm:t>
    </dgm:pt>
    <dgm:pt modelId="{F91172AF-B4C0-B944-9065-8AE7C764B468}" type="sibTrans" cxnId="{4367C94C-B283-4D4E-B7A1-32120D7BA97C}">
      <dgm:prSet/>
      <dgm:spPr/>
      <dgm:t>
        <a:bodyPr/>
        <a:lstStyle/>
        <a:p>
          <a:endParaRPr lang="en-GB"/>
        </a:p>
      </dgm:t>
    </dgm:pt>
    <dgm:pt modelId="{6A306AC8-E30F-7B44-BC19-446E9E47D46D}">
      <dgm:prSet/>
      <dgm:spPr/>
      <dgm:t>
        <a:bodyPr/>
        <a:lstStyle/>
        <a:p>
          <a:r>
            <a:rPr lang="en-GB" dirty="0"/>
            <a:t>Koning David</a:t>
          </a:r>
        </a:p>
      </dgm:t>
    </dgm:pt>
    <dgm:pt modelId="{DE38B697-EF96-2945-A09E-BAD708002664}" type="parTrans" cxnId="{BCFD5B54-56C3-B944-B42C-961BE4CFFF43}">
      <dgm:prSet/>
      <dgm:spPr/>
      <dgm:t>
        <a:bodyPr/>
        <a:lstStyle/>
        <a:p>
          <a:endParaRPr lang="en-GB"/>
        </a:p>
      </dgm:t>
    </dgm:pt>
    <dgm:pt modelId="{CEAB1B4F-CACE-F541-9FE8-6F0449D981E6}" type="sibTrans" cxnId="{BCFD5B54-56C3-B944-B42C-961BE4CFFF43}">
      <dgm:prSet/>
      <dgm:spPr/>
      <dgm:t>
        <a:bodyPr/>
        <a:lstStyle/>
        <a:p>
          <a:endParaRPr lang="en-GB"/>
        </a:p>
      </dgm:t>
    </dgm:pt>
    <dgm:pt modelId="{D1E746F4-4193-FB40-ACA3-C2AE502D16D5}">
      <dgm:prSet phldrT="[Text]"/>
      <dgm:spPr/>
      <dgm:t>
        <a:bodyPr/>
        <a:lstStyle/>
        <a:p>
          <a:r>
            <a:rPr lang="en-GB" dirty="0"/>
            <a:t>Isaak, Jakob, Joseph</a:t>
          </a:r>
        </a:p>
      </dgm:t>
    </dgm:pt>
    <dgm:pt modelId="{272924E2-1500-5745-884D-CD23CE9D310D}" type="parTrans" cxnId="{83B67DD9-4764-AC4A-8AF4-F5162282595A}">
      <dgm:prSet/>
      <dgm:spPr/>
      <dgm:t>
        <a:bodyPr/>
        <a:lstStyle/>
        <a:p>
          <a:endParaRPr lang="en-GB"/>
        </a:p>
      </dgm:t>
    </dgm:pt>
    <dgm:pt modelId="{2048AE5E-AE67-1247-9D1E-7C6B7B44241C}" type="sibTrans" cxnId="{83B67DD9-4764-AC4A-8AF4-F5162282595A}">
      <dgm:prSet/>
      <dgm:spPr/>
      <dgm:t>
        <a:bodyPr/>
        <a:lstStyle/>
        <a:p>
          <a:endParaRPr lang="en-GB"/>
        </a:p>
      </dgm:t>
    </dgm:pt>
    <dgm:pt modelId="{B419883F-933D-9E41-84EA-AD0B6B129B92}">
      <dgm:prSet phldrT="[Text]"/>
      <dgm:spPr/>
      <dgm:t>
        <a:bodyPr/>
        <a:lstStyle/>
        <a:p>
          <a:r>
            <a:rPr lang="en-GB" dirty="0"/>
            <a:t>Mozes</a:t>
          </a:r>
        </a:p>
      </dgm:t>
    </dgm:pt>
    <dgm:pt modelId="{C338DA32-8036-6240-A260-F814D9EA5CAB}" type="parTrans" cxnId="{2E194920-2929-2E43-8671-767A3E18A981}">
      <dgm:prSet/>
      <dgm:spPr/>
      <dgm:t>
        <a:bodyPr/>
        <a:lstStyle/>
        <a:p>
          <a:endParaRPr lang="en-GB"/>
        </a:p>
      </dgm:t>
    </dgm:pt>
    <dgm:pt modelId="{46C09263-F74F-DB4F-848F-8C990A816333}" type="sibTrans" cxnId="{2E194920-2929-2E43-8671-767A3E18A981}">
      <dgm:prSet/>
      <dgm:spPr/>
      <dgm:t>
        <a:bodyPr/>
        <a:lstStyle/>
        <a:p>
          <a:endParaRPr lang="en-GB"/>
        </a:p>
      </dgm:t>
    </dgm:pt>
    <dgm:pt modelId="{CA3716AE-1FED-8048-8632-59C368C35423}">
      <dgm:prSet phldrT="[Text]" phldr="1"/>
      <dgm:spPr/>
      <dgm:t>
        <a:bodyPr/>
        <a:lstStyle/>
        <a:p>
          <a:endParaRPr lang="en-GB" dirty="0"/>
        </a:p>
      </dgm:t>
    </dgm:pt>
    <dgm:pt modelId="{1A95ACD4-9F4F-1E4C-B25A-EB5557CE3DB1}" type="sibTrans" cxnId="{1C777825-8EC1-B442-9F8C-5930FE52F799}">
      <dgm:prSet/>
      <dgm:spPr/>
      <dgm:t>
        <a:bodyPr/>
        <a:lstStyle/>
        <a:p>
          <a:endParaRPr lang="en-GB"/>
        </a:p>
      </dgm:t>
    </dgm:pt>
    <dgm:pt modelId="{BE96C13F-75CB-F342-9133-B787BCCDF383}" type="parTrans" cxnId="{1C777825-8EC1-B442-9F8C-5930FE52F799}">
      <dgm:prSet/>
      <dgm:spPr/>
      <dgm:t>
        <a:bodyPr/>
        <a:lstStyle/>
        <a:p>
          <a:endParaRPr lang="en-GB"/>
        </a:p>
      </dgm:t>
    </dgm:pt>
    <dgm:pt modelId="{E75B481B-9139-1941-BC09-19D94252F7AB}" type="pres">
      <dgm:prSet presAssocID="{B9FA51D1-BCD4-0844-A487-582D4AB2CF38}" presName="arrowDiagram" presStyleCnt="0">
        <dgm:presLayoutVars>
          <dgm:chMax val="5"/>
          <dgm:dir/>
          <dgm:resizeHandles val="exact"/>
        </dgm:presLayoutVars>
      </dgm:prSet>
      <dgm:spPr/>
    </dgm:pt>
    <dgm:pt modelId="{DB552C5F-E12C-D94E-8169-DD5CAA0ED325}" type="pres">
      <dgm:prSet presAssocID="{B9FA51D1-BCD4-0844-A487-582D4AB2CF38}" presName="arrow" presStyleLbl="bgShp" presStyleIdx="0" presStyleCnt="1"/>
      <dgm:spPr/>
    </dgm:pt>
    <dgm:pt modelId="{BFA2E4BA-0409-AC44-A41D-3F779AA234CD}" type="pres">
      <dgm:prSet presAssocID="{B9FA51D1-BCD4-0844-A487-582D4AB2CF38}" presName="arrowDiagram5" presStyleCnt="0"/>
      <dgm:spPr/>
    </dgm:pt>
    <dgm:pt modelId="{7E1E6AF7-7623-5A4B-A5C6-9023908CC438}" type="pres">
      <dgm:prSet presAssocID="{CD470A10-3D39-F84D-B80D-20D51E8C909F}" presName="bullet5a" presStyleLbl="node1" presStyleIdx="0" presStyleCnt="5"/>
      <dgm:spPr/>
    </dgm:pt>
    <dgm:pt modelId="{B5FE39DF-1BB3-D844-B085-72FAAC9CEA74}" type="pres">
      <dgm:prSet presAssocID="{CD470A10-3D39-F84D-B80D-20D51E8C909F}" presName="textBox5a" presStyleLbl="revTx" presStyleIdx="0" presStyleCnt="5">
        <dgm:presLayoutVars>
          <dgm:bulletEnabled val="1"/>
        </dgm:presLayoutVars>
      </dgm:prSet>
      <dgm:spPr/>
    </dgm:pt>
    <dgm:pt modelId="{BF951220-C454-D147-B79D-2181A626F353}" type="pres">
      <dgm:prSet presAssocID="{D1E746F4-4193-FB40-ACA3-C2AE502D16D5}" presName="bullet5b" presStyleLbl="node1" presStyleIdx="1" presStyleCnt="5"/>
      <dgm:spPr/>
    </dgm:pt>
    <dgm:pt modelId="{93066BC7-6173-1744-84DA-6D4BE4AB0ACF}" type="pres">
      <dgm:prSet presAssocID="{D1E746F4-4193-FB40-ACA3-C2AE502D16D5}" presName="textBox5b" presStyleLbl="revTx" presStyleIdx="1" presStyleCnt="5">
        <dgm:presLayoutVars>
          <dgm:bulletEnabled val="1"/>
        </dgm:presLayoutVars>
      </dgm:prSet>
      <dgm:spPr/>
    </dgm:pt>
    <dgm:pt modelId="{70BF1C6C-48E0-164C-9B6A-95393328D2D6}" type="pres">
      <dgm:prSet presAssocID="{B419883F-933D-9E41-84EA-AD0B6B129B92}" presName="bullet5c" presStyleLbl="node1" presStyleIdx="2" presStyleCnt="5"/>
      <dgm:spPr/>
    </dgm:pt>
    <dgm:pt modelId="{777758CF-8BBD-E44C-B134-0BFF21576273}" type="pres">
      <dgm:prSet presAssocID="{B419883F-933D-9E41-84EA-AD0B6B129B92}" presName="textBox5c" presStyleLbl="revTx" presStyleIdx="2" presStyleCnt="5">
        <dgm:presLayoutVars>
          <dgm:bulletEnabled val="1"/>
        </dgm:presLayoutVars>
      </dgm:prSet>
      <dgm:spPr/>
    </dgm:pt>
    <dgm:pt modelId="{5E8C17BD-67EE-0E48-BAA1-7A5BFCC1B7A9}" type="pres">
      <dgm:prSet presAssocID="{6A306AC8-E30F-7B44-BC19-446E9E47D46D}" presName="bullet5d" presStyleLbl="node1" presStyleIdx="3" presStyleCnt="5"/>
      <dgm:spPr/>
    </dgm:pt>
    <dgm:pt modelId="{2A6CCB63-3A4A-FA4B-B26A-B738F7F3C2FC}" type="pres">
      <dgm:prSet presAssocID="{6A306AC8-E30F-7B44-BC19-446E9E47D46D}" presName="textBox5d" presStyleLbl="revTx" presStyleIdx="3" presStyleCnt="5">
        <dgm:presLayoutVars>
          <dgm:bulletEnabled val="1"/>
        </dgm:presLayoutVars>
      </dgm:prSet>
      <dgm:spPr/>
    </dgm:pt>
    <dgm:pt modelId="{1C2216A5-DACB-C849-8861-50E902EA952C}" type="pres">
      <dgm:prSet presAssocID="{15C1063B-7B20-E946-8510-64AA6CA88505}" presName="bullet5e" presStyleLbl="node1" presStyleIdx="4" presStyleCnt="5"/>
      <dgm:spPr/>
    </dgm:pt>
    <dgm:pt modelId="{52D6090E-A572-7C4A-A869-5751BFC7C29D}" type="pres">
      <dgm:prSet presAssocID="{15C1063B-7B20-E946-8510-64AA6CA88505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60BBD60A-BD98-6343-B86D-786AC9F79782}" type="presOf" srcId="{CD470A10-3D39-F84D-B80D-20D51E8C909F}" destId="{B5FE39DF-1BB3-D844-B085-72FAAC9CEA74}" srcOrd="0" destOrd="0" presId="urn:microsoft.com/office/officeart/2005/8/layout/arrow2"/>
    <dgm:cxn modelId="{2E194920-2929-2E43-8671-767A3E18A981}" srcId="{B9FA51D1-BCD4-0844-A487-582D4AB2CF38}" destId="{B419883F-933D-9E41-84EA-AD0B6B129B92}" srcOrd="2" destOrd="0" parTransId="{C338DA32-8036-6240-A260-F814D9EA5CAB}" sibTransId="{46C09263-F74F-DB4F-848F-8C990A816333}"/>
    <dgm:cxn modelId="{1C777825-8EC1-B442-9F8C-5930FE52F799}" srcId="{B9FA51D1-BCD4-0844-A487-582D4AB2CF38}" destId="{CA3716AE-1FED-8048-8632-59C368C35423}" srcOrd="5" destOrd="0" parTransId="{BE96C13F-75CB-F342-9133-B787BCCDF383}" sibTransId="{1A95ACD4-9F4F-1E4C-B25A-EB5557CE3DB1}"/>
    <dgm:cxn modelId="{4367C94C-B283-4D4E-B7A1-32120D7BA97C}" srcId="{B9FA51D1-BCD4-0844-A487-582D4AB2CF38}" destId="{15C1063B-7B20-E946-8510-64AA6CA88505}" srcOrd="4" destOrd="0" parTransId="{B2916B1A-AE40-534D-896D-981898746A2E}" sibTransId="{F91172AF-B4C0-B944-9065-8AE7C764B468}"/>
    <dgm:cxn modelId="{BCFD5B54-56C3-B944-B42C-961BE4CFFF43}" srcId="{B9FA51D1-BCD4-0844-A487-582D4AB2CF38}" destId="{6A306AC8-E30F-7B44-BC19-446E9E47D46D}" srcOrd="3" destOrd="0" parTransId="{DE38B697-EF96-2945-A09E-BAD708002664}" sibTransId="{CEAB1B4F-CACE-F541-9FE8-6F0449D981E6}"/>
    <dgm:cxn modelId="{987BBA69-1A22-7F46-953D-A8D3C003E9FA}" type="presOf" srcId="{B9FA51D1-BCD4-0844-A487-582D4AB2CF38}" destId="{E75B481B-9139-1941-BC09-19D94252F7AB}" srcOrd="0" destOrd="0" presId="urn:microsoft.com/office/officeart/2005/8/layout/arrow2"/>
    <dgm:cxn modelId="{68011F6B-61D3-D042-8FDC-B2886BD5831F}" type="presOf" srcId="{D1E746F4-4193-FB40-ACA3-C2AE502D16D5}" destId="{93066BC7-6173-1744-84DA-6D4BE4AB0ACF}" srcOrd="0" destOrd="0" presId="urn:microsoft.com/office/officeart/2005/8/layout/arrow2"/>
    <dgm:cxn modelId="{49226287-8F7D-1E45-A351-6AF59DA41C59}" type="presOf" srcId="{B419883F-933D-9E41-84EA-AD0B6B129B92}" destId="{777758CF-8BBD-E44C-B134-0BFF21576273}" srcOrd="0" destOrd="0" presId="urn:microsoft.com/office/officeart/2005/8/layout/arrow2"/>
    <dgm:cxn modelId="{24F45D9C-D441-3741-A548-44EE42C06BCB}" type="presOf" srcId="{15C1063B-7B20-E946-8510-64AA6CA88505}" destId="{52D6090E-A572-7C4A-A869-5751BFC7C29D}" srcOrd="0" destOrd="0" presId="urn:microsoft.com/office/officeart/2005/8/layout/arrow2"/>
    <dgm:cxn modelId="{4934A9A7-5A69-664C-8E1C-C0864F1DF95B}" srcId="{B9FA51D1-BCD4-0844-A487-582D4AB2CF38}" destId="{CD470A10-3D39-F84D-B80D-20D51E8C909F}" srcOrd="0" destOrd="0" parTransId="{FFFE7B2F-17D7-574B-A0E9-B665E732CAEC}" sibTransId="{B352B505-A9F2-A247-857E-9CEC3A6F52CA}"/>
    <dgm:cxn modelId="{83B67DD9-4764-AC4A-8AF4-F5162282595A}" srcId="{B9FA51D1-BCD4-0844-A487-582D4AB2CF38}" destId="{D1E746F4-4193-FB40-ACA3-C2AE502D16D5}" srcOrd="1" destOrd="0" parTransId="{272924E2-1500-5745-884D-CD23CE9D310D}" sibTransId="{2048AE5E-AE67-1247-9D1E-7C6B7B44241C}"/>
    <dgm:cxn modelId="{549063F4-A237-B64D-B853-104602B72643}" type="presOf" srcId="{6A306AC8-E30F-7B44-BC19-446E9E47D46D}" destId="{2A6CCB63-3A4A-FA4B-B26A-B738F7F3C2FC}" srcOrd="0" destOrd="0" presId="urn:microsoft.com/office/officeart/2005/8/layout/arrow2"/>
    <dgm:cxn modelId="{8A5FC6DC-DE78-FE4E-AECC-E44C333C4410}" type="presParOf" srcId="{E75B481B-9139-1941-BC09-19D94252F7AB}" destId="{DB552C5F-E12C-D94E-8169-DD5CAA0ED325}" srcOrd="0" destOrd="0" presId="urn:microsoft.com/office/officeart/2005/8/layout/arrow2"/>
    <dgm:cxn modelId="{7FE16E4A-9835-B64A-BF6A-2A0A50C2F66B}" type="presParOf" srcId="{E75B481B-9139-1941-BC09-19D94252F7AB}" destId="{BFA2E4BA-0409-AC44-A41D-3F779AA234CD}" srcOrd="1" destOrd="0" presId="urn:microsoft.com/office/officeart/2005/8/layout/arrow2"/>
    <dgm:cxn modelId="{DCDAE7BF-4E46-BE4C-896D-5680EE4C4F73}" type="presParOf" srcId="{BFA2E4BA-0409-AC44-A41D-3F779AA234CD}" destId="{7E1E6AF7-7623-5A4B-A5C6-9023908CC438}" srcOrd="0" destOrd="0" presId="urn:microsoft.com/office/officeart/2005/8/layout/arrow2"/>
    <dgm:cxn modelId="{C6AFB000-D89D-FC4B-8E39-A29551B8E14E}" type="presParOf" srcId="{BFA2E4BA-0409-AC44-A41D-3F779AA234CD}" destId="{B5FE39DF-1BB3-D844-B085-72FAAC9CEA74}" srcOrd="1" destOrd="0" presId="urn:microsoft.com/office/officeart/2005/8/layout/arrow2"/>
    <dgm:cxn modelId="{5E5984DB-E70D-7846-8E5E-73BCF6E8D17B}" type="presParOf" srcId="{BFA2E4BA-0409-AC44-A41D-3F779AA234CD}" destId="{BF951220-C454-D147-B79D-2181A626F353}" srcOrd="2" destOrd="0" presId="urn:microsoft.com/office/officeart/2005/8/layout/arrow2"/>
    <dgm:cxn modelId="{1399A0F8-C2DA-5041-BB43-6F87DA9FBEB0}" type="presParOf" srcId="{BFA2E4BA-0409-AC44-A41D-3F779AA234CD}" destId="{93066BC7-6173-1744-84DA-6D4BE4AB0ACF}" srcOrd="3" destOrd="0" presId="urn:microsoft.com/office/officeart/2005/8/layout/arrow2"/>
    <dgm:cxn modelId="{0B58CD29-3BB1-3B4B-8F1D-20DD056A5B98}" type="presParOf" srcId="{BFA2E4BA-0409-AC44-A41D-3F779AA234CD}" destId="{70BF1C6C-48E0-164C-9B6A-95393328D2D6}" srcOrd="4" destOrd="0" presId="urn:microsoft.com/office/officeart/2005/8/layout/arrow2"/>
    <dgm:cxn modelId="{696DE727-C310-794E-9DF4-BEEF760C010E}" type="presParOf" srcId="{BFA2E4BA-0409-AC44-A41D-3F779AA234CD}" destId="{777758CF-8BBD-E44C-B134-0BFF21576273}" srcOrd="5" destOrd="0" presId="urn:microsoft.com/office/officeart/2005/8/layout/arrow2"/>
    <dgm:cxn modelId="{0C2A1A6E-6AA1-F145-8F82-15FBD66B7167}" type="presParOf" srcId="{BFA2E4BA-0409-AC44-A41D-3F779AA234CD}" destId="{5E8C17BD-67EE-0E48-BAA1-7A5BFCC1B7A9}" srcOrd="6" destOrd="0" presId="urn:microsoft.com/office/officeart/2005/8/layout/arrow2"/>
    <dgm:cxn modelId="{CF45B526-3B8B-2345-96B3-D0CBD031BBD4}" type="presParOf" srcId="{BFA2E4BA-0409-AC44-A41D-3F779AA234CD}" destId="{2A6CCB63-3A4A-FA4B-B26A-B738F7F3C2FC}" srcOrd="7" destOrd="0" presId="urn:microsoft.com/office/officeart/2005/8/layout/arrow2"/>
    <dgm:cxn modelId="{4FF59355-2A87-4A47-AB0B-F83909F9D4BF}" type="presParOf" srcId="{BFA2E4BA-0409-AC44-A41D-3F779AA234CD}" destId="{1C2216A5-DACB-C849-8861-50E902EA952C}" srcOrd="8" destOrd="0" presId="urn:microsoft.com/office/officeart/2005/8/layout/arrow2"/>
    <dgm:cxn modelId="{DD9B5C9C-1B0E-5B46-A0CC-D8AEC66509D9}" type="presParOf" srcId="{BFA2E4BA-0409-AC44-A41D-3F779AA234CD}" destId="{52D6090E-A572-7C4A-A869-5751BFC7C29D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A5FFBE-7150-46CD-9F40-C0F0929CF63B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E8E1C135-2BC0-4120-8B97-68E8AE0692B7}">
      <dgm:prSet phldrT="[Tekst]"/>
      <dgm:spPr/>
      <dgm:t>
        <a:bodyPr/>
        <a:lstStyle/>
        <a:p>
          <a:r>
            <a:rPr lang="nl-NL" dirty="0"/>
            <a:t>Chaos voorkomen</a:t>
          </a:r>
        </a:p>
      </dgm:t>
    </dgm:pt>
    <dgm:pt modelId="{21022395-6DFF-4CA3-ADCA-60D811BCD322}" type="parTrans" cxnId="{A38EDA35-5784-42B5-8A97-F21C32AFA187}">
      <dgm:prSet/>
      <dgm:spPr/>
      <dgm:t>
        <a:bodyPr/>
        <a:lstStyle/>
        <a:p>
          <a:endParaRPr lang="nl-NL"/>
        </a:p>
      </dgm:t>
    </dgm:pt>
    <dgm:pt modelId="{622174E7-1243-42AA-B9F7-EBE8302A9A78}" type="sibTrans" cxnId="{A38EDA35-5784-42B5-8A97-F21C32AFA187}">
      <dgm:prSet/>
      <dgm:spPr/>
      <dgm:t>
        <a:bodyPr/>
        <a:lstStyle/>
        <a:p>
          <a:endParaRPr lang="nl-NL"/>
        </a:p>
      </dgm:t>
    </dgm:pt>
    <dgm:pt modelId="{5E41D933-692F-4C60-9399-C0926DE8F8CD}">
      <dgm:prSet phldrT="[Tekst]"/>
      <dgm:spPr/>
      <dgm:t>
        <a:bodyPr/>
        <a:lstStyle/>
        <a:p>
          <a:r>
            <a:rPr lang="nl-NL" dirty="0"/>
            <a:t>Goed voor je </a:t>
          </a:r>
        </a:p>
      </dgm:t>
    </dgm:pt>
    <dgm:pt modelId="{0C5F0279-FFA9-4C31-B56F-A6AB663A339B}" type="parTrans" cxnId="{3552601F-EDEA-4EF0-A69A-9CCC2F5CAF35}">
      <dgm:prSet/>
      <dgm:spPr/>
      <dgm:t>
        <a:bodyPr/>
        <a:lstStyle/>
        <a:p>
          <a:endParaRPr lang="nl-NL"/>
        </a:p>
      </dgm:t>
    </dgm:pt>
    <dgm:pt modelId="{94F4BDB3-1C5E-42FF-BBEC-DBB53D43F713}" type="sibTrans" cxnId="{3552601F-EDEA-4EF0-A69A-9CCC2F5CAF35}">
      <dgm:prSet/>
      <dgm:spPr/>
      <dgm:t>
        <a:bodyPr/>
        <a:lstStyle/>
        <a:p>
          <a:endParaRPr lang="nl-NL"/>
        </a:p>
      </dgm:t>
    </dgm:pt>
    <dgm:pt modelId="{E0514945-FC16-41C0-B58C-38F5E66F8042}">
      <dgm:prSet phldrT="[Tekst]"/>
      <dgm:spPr/>
      <dgm:t>
        <a:bodyPr/>
        <a:lstStyle/>
        <a:p>
          <a:r>
            <a:rPr lang="nl-NL" dirty="0"/>
            <a:t>De basis van een relatie</a:t>
          </a:r>
        </a:p>
      </dgm:t>
    </dgm:pt>
    <dgm:pt modelId="{972FCB0E-E394-4F22-8313-B42FAF29CAE2}" type="parTrans" cxnId="{DCA0D880-2423-4EBE-ABDA-21B938C80A89}">
      <dgm:prSet/>
      <dgm:spPr/>
      <dgm:t>
        <a:bodyPr/>
        <a:lstStyle/>
        <a:p>
          <a:endParaRPr lang="nl-NL"/>
        </a:p>
      </dgm:t>
    </dgm:pt>
    <dgm:pt modelId="{314D1C05-D640-4CD8-9D28-3E4281493CDA}" type="sibTrans" cxnId="{DCA0D880-2423-4EBE-ABDA-21B938C80A89}">
      <dgm:prSet/>
      <dgm:spPr/>
      <dgm:t>
        <a:bodyPr/>
        <a:lstStyle/>
        <a:p>
          <a:endParaRPr lang="nl-NL"/>
        </a:p>
      </dgm:t>
    </dgm:pt>
    <dgm:pt modelId="{54F4A88A-93AA-4AAB-88C1-B0C1EEE093F3}" type="pres">
      <dgm:prSet presAssocID="{51A5FFBE-7150-46CD-9F40-C0F0929CF63B}" presName="compositeShape" presStyleCnt="0">
        <dgm:presLayoutVars>
          <dgm:dir/>
          <dgm:resizeHandles/>
        </dgm:presLayoutVars>
      </dgm:prSet>
      <dgm:spPr/>
    </dgm:pt>
    <dgm:pt modelId="{B5F8BBA9-674F-471B-9A0C-50E2381C7CF5}" type="pres">
      <dgm:prSet presAssocID="{51A5FFBE-7150-46CD-9F40-C0F0929CF63B}" presName="pyramid" presStyleLbl="node1" presStyleIdx="0" presStyleCnt="1"/>
      <dgm:spPr/>
    </dgm:pt>
    <dgm:pt modelId="{2A13CE58-038B-4D94-A597-F2B67B8014B2}" type="pres">
      <dgm:prSet presAssocID="{51A5FFBE-7150-46CD-9F40-C0F0929CF63B}" presName="theList" presStyleCnt="0"/>
      <dgm:spPr/>
    </dgm:pt>
    <dgm:pt modelId="{26B8CAB2-6D48-4F66-B108-948B374AC2ED}" type="pres">
      <dgm:prSet presAssocID="{E8E1C135-2BC0-4120-8B97-68E8AE0692B7}" presName="aNode" presStyleLbl="fgAcc1" presStyleIdx="0" presStyleCnt="3">
        <dgm:presLayoutVars>
          <dgm:bulletEnabled val="1"/>
        </dgm:presLayoutVars>
      </dgm:prSet>
      <dgm:spPr/>
    </dgm:pt>
    <dgm:pt modelId="{40993D58-A1F4-404A-89DB-C0AEA7F1A690}" type="pres">
      <dgm:prSet presAssocID="{E8E1C135-2BC0-4120-8B97-68E8AE0692B7}" presName="aSpace" presStyleCnt="0"/>
      <dgm:spPr/>
    </dgm:pt>
    <dgm:pt modelId="{65CECE04-C187-4767-AB25-D1E3699D2EC7}" type="pres">
      <dgm:prSet presAssocID="{5E41D933-692F-4C60-9399-C0926DE8F8CD}" presName="aNode" presStyleLbl="fgAcc1" presStyleIdx="1" presStyleCnt="3">
        <dgm:presLayoutVars>
          <dgm:bulletEnabled val="1"/>
        </dgm:presLayoutVars>
      </dgm:prSet>
      <dgm:spPr/>
    </dgm:pt>
    <dgm:pt modelId="{F7EF2632-4833-4C76-AA87-56FB6060F06E}" type="pres">
      <dgm:prSet presAssocID="{5E41D933-692F-4C60-9399-C0926DE8F8CD}" presName="aSpace" presStyleCnt="0"/>
      <dgm:spPr/>
    </dgm:pt>
    <dgm:pt modelId="{EC3091F3-232D-43FA-96EB-C1526DA9C785}" type="pres">
      <dgm:prSet presAssocID="{E0514945-FC16-41C0-B58C-38F5E66F8042}" presName="aNode" presStyleLbl="fgAcc1" presStyleIdx="2" presStyleCnt="3">
        <dgm:presLayoutVars>
          <dgm:bulletEnabled val="1"/>
        </dgm:presLayoutVars>
      </dgm:prSet>
      <dgm:spPr/>
    </dgm:pt>
    <dgm:pt modelId="{2D04CCEB-030D-4B39-8FD3-CA7D86A40D93}" type="pres">
      <dgm:prSet presAssocID="{E0514945-FC16-41C0-B58C-38F5E66F8042}" presName="aSpace" presStyleCnt="0"/>
      <dgm:spPr/>
    </dgm:pt>
  </dgm:ptLst>
  <dgm:cxnLst>
    <dgm:cxn modelId="{5F1CE80E-9988-419D-AFE0-97A118DBB056}" type="presOf" srcId="{E8E1C135-2BC0-4120-8B97-68E8AE0692B7}" destId="{26B8CAB2-6D48-4F66-B108-948B374AC2ED}" srcOrd="0" destOrd="0" presId="urn:microsoft.com/office/officeart/2005/8/layout/pyramid2"/>
    <dgm:cxn modelId="{3552601F-EDEA-4EF0-A69A-9CCC2F5CAF35}" srcId="{51A5FFBE-7150-46CD-9F40-C0F0929CF63B}" destId="{5E41D933-692F-4C60-9399-C0926DE8F8CD}" srcOrd="1" destOrd="0" parTransId="{0C5F0279-FFA9-4C31-B56F-A6AB663A339B}" sibTransId="{94F4BDB3-1C5E-42FF-BBEC-DBB53D43F713}"/>
    <dgm:cxn modelId="{A38EDA35-5784-42B5-8A97-F21C32AFA187}" srcId="{51A5FFBE-7150-46CD-9F40-C0F0929CF63B}" destId="{E8E1C135-2BC0-4120-8B97-68E8AE0692B7}" srcOrd="0" destOrd="0" parTransId="{21022395-6DFF-4CA3-ADCA-60D811BCD322}" sibTransId="{622174E7-1243-42AA-B9F7-EBE8302A9A78}"/>
    <dgm:cxn modelId="{E578D053-BE9D-4F33-A601-FB0299C2129B}" type="presOf" srcId="{E0514945-FC16-41C0-B58C-38F5E66F8042}" destId="{EC3091F3-232D-43FA-96EB-C1526DA9C785}" srcOrd="0" destOrd="0" presId="urn:microsoft.com/office/officeart/2005/8/layout/pyramid2"/>
    <dgm:cxn modelId="{638AE95A-B3CC-4399-944D-B08EF4ABFCFF}" type="presOf" srcId="{5E41D933-692F-4C60-9399-C0926DE8F8CD}" destId="{65CECE04-C187-4767-AB25-D1E3699D2EC7}" srcOrd="0" destOrd="0" presId="urn:microsoft.com/office/officeart/2005/8/layout/pyramid2"/>
    <dgm:cxn modelId="{DCA0D880-2423-4EBE-ABDA-21B938C80A89}" srcId="{51A5FFBE-7150-46CD-9F40-C0F0929CF63B}" destId="{E0514945-FC16-41C0-B58C-38F5E66F8042}" srcOrd="2" destOrd="0" parTransId="{972FCB0E-E394-4F22-8313-B42FAF29CAE2}" sibTransId="{314D1C05-D640-4CD8-9D28-3E4281493CDA}"/>
    <dgm:cxn modelId="{17AC9AF1-25A1-4E5C-8E9B-9A0AF4D432A4}" type="presOf" srcId="{51A5FFBE-7150-46CD-9F40-C0F0929CF63B}" destId="{54F4A88A-93AA-4AAB-88C1-B0C1EEE093F3}" srcOrd="0" destOrd="0" presId="urn:microsoft.com/office/officeart/2005/8/layout/pyramid2"/>
    <dgm:cxn modelId="{45F8264E-F938-48F1-BB17-F6F19F82A545}" type="presParOf" srcId="{54F4A88A-93AA-4AAB-88C1-B0C1EEE093F3}" destId="{B5F8BBA9-674F-471B-9A0C-50E2381C7CF5}" srcOrd="0" destOrd="0" presId="urn:microsoft.com/office/officeart/2005/8/layout/pyramid2"/>
    <dgm:cxn modelId="{9A4C9964-9DD2-44A8-B3BF-88BA39D62ECF}" type="presParOf" srcId="{54F4A88A-93AA-4AAB-88C1-B0C1EEE093F3}" destId="{2A13CE58-038B-4D94-A597-F2B67B8014B2}" srcOrd="1" destOrd="0" presId="urn:microsoft.com/office/officeart/2005/8/layout/pyramid2"/>
    <dgm:cxn modelId="{C4A5AC7B-123D-4DF5-AD99-FAB72D69299A}" type="presParOf" srcId="{2A13CE58-038B-4D94-A597-F2B67B8014B2}" destId="{26B8CAB2-6D48-4F66-B108-948B374AC2ED}" srcOrd="0" destOrd="0" presId="urn:microsoft.com/office/officeart/2005/8/layout/pyramid2"/>
    <dgm:cxn modelId="{3C2A15F2-891F-4DBB-9E3D-B1EA403CFDEA}" type="presParOf" srcId="{2A13CE58-038B-4D94-A597-F2B67B8014B2}" destId="{40993D58-A1F4-404A-89DB-C0AEA7F1A690}" srcOrd="1" destOrd="0" presId="urn:microsoft.com/office/officeart/2005/8/layout/pyramid2"/>
    <dgm:cxn modelId="{D15CBDED-4AA2-4546-8DAB-310651AF4000}" type="presParOf" srcId="{2A13CE58-038B-4D94-A597-F2B67B8014B2}" destId="{65CECE04-C187-4767-AB25-D1E3699D2EC7}" srcOrd="2" destOrd="0" presId="urn:microsoft.com/office/officeart/2005/8/layout/pyramid2"/>
    <dgm:cxn modelId="{C83E5C66-5EC2-44CF-8682-C76476213A05}" type="presParOf" srcId="{2A13CE58-038B-4D94-A597-F2B67B8014B2}" destId="{F7EF2632-4833-4C76-AA87-56FB6060F06E}" srcOrd="3" destOrd="0" presId="urn:microsoft.com/office/officeart/2005/8/layout/pyramid2"/>
    <dgm:cxn modelId="{27EBB320-F6A2-447C-BCBC-F73D5FDCED84}" type="presParOf" srcId="{2A13CE58-038B-4D94-A597-F2B67B8014B2}" destId="{EC3091F3-232D-43FA-96EB-C1526DA9C785}" srcOrd="4" destOrd="0" presId="urn:microsoft.com/office/officeart/2005/8/layout/pyramid2"/>
    <dgm:cxn modelId="{E4333117-DE1B-429D-B771-7DBD2902A222}" type="presParOf" srcId="{2A13CE58-038B-4D94-A597-F2B67B8014B2}" destId="{2D04CCEB-030D-4B39-8FD3-CA7D86A40D93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552C5F-E12C-D94E-8169-DD5CAA0ED325}">
      <dsp:nvSpPr>
        <dsp:cNvPr id="0" name=""/>
        <dsp:cNvSpPr/>
      </dsp:nvSpPr>
      <dsp:spPr>
        <a:xfrm>
          <a:off x="1682110" y="0"/>
          <a:ext cx="8611148" cy="538196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E6AF7-7623-5A4B-A5C6-9023908CC438}">
      <dsp:nvSpPr>
        <dsp:cNvPr id="0" name=""/>
        <dsp:cNvSpPr/>
      </dsp:nvSpPr>
      <dsp:spPr>
        <a:xfrm>
          <a:off x="2530308" y="4002031"/>
          <a:ext cx="198056" cy="1980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E39DF-1BB3-D844-B085-72FAAC9CEA74}">
      <dsp:nvSpPr>
        <dsp:cNvPr id="0" name=""/>
        <dsp:cNvSpPr/>
      </dsp:nvSpPr>
      <dsp:spPr>
        <a:xfrm>
          <a:off x="2629336" y="4101059"/>
          <a:ext cx="1128060" cy="128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46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Abraham</a:t>
          </a:r>
        </a:p>
      </dsp:txBody>
      <dsp:txXfrm>
        <a:off x="2629336" y="4101059"/>
        <a:ext cx="1128060" cy="1280908"/>
      </dsp:txXfrm>
    </dsp:sp>
    <dsp:sp modelId="{BF951220-C454-D147-B79D-2181A626F353}">
      <dsp:nvSpPr>
        <dsp:cNvPr id="0" name=""/>
        <dsp:cNvSpPr/>
      </dsp:nvSpPr>
      <dsp:spPr>
        <a:xfrm>
          <a:off x="3602396" y="2971922"/>
          <a:ext cx="310001" cy="3100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66BC7-6173-1744-84DA-6D4BE4AB0ACF}">
      <dsp:nvSpPr>
        <dsp:cNvPr id="0" name=""/>
        <dsp:cNvSpPr/>
      </dsp:nvSpPr>
      <dsp:spPr>
        <a:xfrm>
          <a:off x="3757397" y="3126923"/>
          <a:ext cx="1429450" cy="2255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263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Isaak, Jakob, Joseph</a:t>
          </a:r>
        </a:p>
      </dsp:txBody>
      <dsp:txXfrm>
        <a:off x="3757397" y="3126923"/>
        <a:ext cx="1429450" cy="2255044"/>
      </dsp:txXfrm>
    </dsp:sp>
    <dsp:sp modelId="{70BF1C6C-48E0-164C-9B6A-95393328D2D6}">
      <dsp:nvSpPr>
        <dsp:cNvPr id="0" name=""/>
        <dsp:cNvSpPr/>
      </dsp:nvSpPr>
      <dsp:spPr>
        <a:xfrm>
          <a:off x="4980180" y="2150634"/>
          <a:ext cx="413335" cy="4133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758CF-8BBD-E44C-B134-0BFF21576273}">
      <dsp:nvSpPr>
        <dsp:cNvPr id="0" name=""/>
        <dsp:cNvSpPr/>
      </dsp:nvSpPr>
      <dsp:spPr>
        <a:xfrm>
          <a:off x="5186848" y="2357301"/>
          <a:ext cx="1661951" cy="302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18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Mozes</a:t>
          </a:r>
        </a:p>
      </dsp:txBody>
      <dsp:txXfrm>
        <a:off x="5186848" y="2357301"/>
        <a:ext cx="1661951" cy="3024666"/>
      </dsp:txXfrm>
    </dsp:sp>
    <dsp:sp modelId="{5E8C17BD-67EE-0E48-BAA1-7A5BFCC1B7A9}">
      <dsp:nvSpPr>
        <dsp:cNvPr id="0" name=""/>
        <dsp:cNvSpPr/>
      </dsp:nvSpPr>
      <dsp:spPr>
        <a:xfrm>
          <a:off x="6581854" y="1509103"/>
          <a:ext cx="533891" cy="5338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CCB63-3A4A-FA4B-B26A-B738F7F3C2FC}">
      <dsp:nvSpPr>
        <dsp:cNvPr id="0" name=""/>
        <dsp:cNvSpPr/>
      </dsp:nvSpPr>
      <dsp:spPr>
        <a:xfrm>
          <a:off x="6848799" y="1776049"/>
          <a:ext cx="1722229" cy="3605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898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Koning David</a:t>
          </a:r>
        </a:p>
      </dsp:txBody>
      <dsp:txXfrm>
        <a:off x="6848799" y="1776049"/>
        <a:ext cx="1722229" cy="3605918"/>
      </dsp:txXfrm>
    </dsp:sp>
    <dsp:sp modelId="{1C2216A5-DACB-C849-8861-50E902EA952C}">
      <dsp:nvSpPr>
        <dsp:cNvPr id="0" name=""/>
        <dsp:cNvSpPr/>
      </dsp:nvSpPr>
      <dsp:spPr>
        <a:xfrm>
          <a:off x="8230889" y="1080699"/>
          <a:ext cx="680280" cy="6802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6090E-A572-7C4A-A869-5751BFC7C29D}">
      <dsp:nvSpPr>
        <dsp:cNvPr id="0" name=""/>
        <dsp:cNvSpPr/>
      </dsp:nvSpPr>
      <dsp:spPr>
        <a:xfrm>
          <a:off x="8571029" y="1420839"/>
          <a:ext cx="1722229" cy="3961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467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Soms </a:t>
          </a:r>
          <a:r>
            <a:rPr lang="en-GB" sz="2100" kern="1200" dirty="0" err="1"/>
            <a:t>slechte</a:t>
          </a:r>
          <a:r>
            <a:rPr lang="en-GB" sz="2100" kern="1200" dirty="0"/>
            <a:t> </a:t>
          </a:r>
          <a:r>
            <a:rPr lang="en-GB" sz="2100" kern="1200" dirty="0" err="1"/>
            <a:t>tijden</a:t>
          </a:r>
          <a:r>
            <a:rPr lang="en-GB" sz="2100" kern="1200" dirty="0"/>
            <a:t>, maar God </a:t>
          </a:r>
          <a:r>
            <a:rPr lang="en-GB" sz="2100" kern="1200" dirty="0" err="1"/>
            <a:t>blijft</a:t>
          </a:r>
          <a:r>
            <a:rPr lang="en-GB" sz="2100" kern="1200" dirty="0"/>
            <a:t> </a:t>
          </a:r>
          <a:r>
            <a:rPr lang="en-GB" sz="2100" kern="1200" dirty="0" err="1"/>
            <a:t>altijd</a:t>
          </a:r>
          <a:r>
            <a:rPr lang="en-GB" sz="2100" kern="1200" dirty="0"/>
            <a:t> </a:t>
          </a:r>
          <a:r>
            <a:rPr lang="en-GB" sz="2100" kern="1200" dirty="0" err="1"/>
            <a:t>trouw</a:t>
          </a:r>
          <a:endParaRPr lang="en-GB" sz="2100" kern="1200" dirty="0"/>
        </a:p>
      </dsp:txBody>
      <dsp:txXfrm>
        <a:off x="8571029" y="1420839"/>
        <a:ext cx="1722229" cy="39611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8BBA9-674F-471B-9A0C-50E2381C7CF5}">
      <dsp:nvSpPr>
        <dsp:cNvPr id="0" name=""/>
        <dsp:cNvSpPr/>
      </dsp:nvSpPr>
      <dsp:spPr>
        <a:xfrm>
          <a:off x="2547064" y="0"/>
          <a:ext cx="4022725" cy="4022725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8CAB2-6D48-4F66-B108-948B374AC2ED}">
      <dsp:nvSpPr>
        <dsp:cNvPr id="0" name=""/>
        <dsp:cNvSpPr/>
      </dsp:nvSpPr>
      <dsp:spPr>
        <a:xfrm>
          <a:off x="4558426" y="404433"/>
          <a:ext cx="2614771" cy="95225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 dirty="0"/>
            <a:t>Chaos voorkomen</a:t>
          </a:r>
        </a:p>
      </dsp:txBody>
      <dsp:txXfrm>
        <a:off x="4604911" y="450918"/>
        <a:ext cx="2521801" cy="859284"/>
      </dsp:txXfrm>
    </dsp:sp>
    <dsp:sp modelId="{65CECE04-C187-4767-AB25-D1E3699D2EC7}">
      <dsp:nvSpPr>
        <dsp:cNvPr id="0" name=""/>
        <dsp:cNvSpPr/>
      </dsp:nvSpPr>
      <dsp:spPr>
        <a:xfrm>
          <a:off x="4558426" y="1475719"/>
          <a:ext cx="2614771" cy="95225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 dirty="0"/>
            <a:t>Goed voor je </a:t>
          </a:r>
        </a:p>
      </dsp:txBody>
      <dsp:txXfrm>
        <a:off x="4604911" y="1522204"/>
        <a:ext cx="2521801" cy="859284"/>
      </dsp:txXfrm>
    </dsp:sp>
    <dsp:sp modelId="{EC3091F3-232D-43FA-96EB-C1526DA9C785}">
      <dsp:nvSpPr>
        <dsp:cNvPr id="0" name=""/>
        <dsp:cNvSpPr/>
      </dsp:nvSpPr>
      <dsp:spPr>
        <a:xfrm>
          <a:off x="4558426" y="2547005"/>
          <a:ext cx="2614771" cy="95225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 dirty="0"/>
            <a:t>De basis van een relatie</a:t>
          </a:r>
        </a:p>
      </dsp:txBody>
      <dsp:txXfrm>
        <a:off x="4604911" y="2593490"/>
        <a:ext cx="2521801" cy="8592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D0757-C3E5-2144-A50F-194A24DED17D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73A35-1C5A-F543-8EB3-03759B9BDEA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413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EFD212-A727-4A62-97B7-E2335B017B12}" type="slidenum">
              <a:rPr lang="nl-NL" noProof="0" smtClean="0"/>
              <a:t>8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6654625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D47B-0C44-2598-8880-4B72010A4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898C4-9920-1714-E20C-AB80C41BE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A7BF-215C-0510-24C9-1A095104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8383D-BB1C-EAFF-FFD0-30B3B38E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61DF1-8D4F-31A9-F272-F1F0422B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8291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ACF8-60ED-27FE-1406-642D900B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9AACC-5E9D-3548-1D01-9B4B1E230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921E4-58C2-55A5-C569-B2A1F066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7750D-C9C0-60B7-191A-B3A1D1C8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C140F-5AF4-1D27-6F5B-94C64F97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4515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7891-54B5-C368-2E2A-9C96AE112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4161C-8B32-412B-D8FB-84EFC210F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92D43-13D9-3F2A-4D25-9CBFCC2E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DA59C-3E38-0AAC-B7AD-3BE969F0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77C4-792A-9898-8428-F6431122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96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C346-011C-9896-E946-1BBC10B2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D22DB-9D79-41EC-865C-DE0C7A218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D6674-0589-146D-76E1-0AB6FD6A9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EBE64-A9C7-79B0-FF61-820C341E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A3A8F-F255-E634-C80A-1B5EB91F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5FD7E-CD71-A730-EF99-FAA7100C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9065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B8AF-8744-3DA7-14DD-41153FC8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23600-705F-7361-1F59-E4F2BEF75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7A4ED-C0F4-7CD4-0E1D-77082CA90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E1EFA-C48D-A1DF-5413-D907A2203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E34C35-221C-3EEC-FAB1-9362A0209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DEC1A-273B-8ED3-D306-96BBB798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074C8-DB36-A9B5-CE7D-1DB7311D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8E912-87A5-EE6D-D339-2DF7072E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701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CCC1-80C4-E8AC-35CD-6FF1C3BAE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4B49B7-0D77-958E-4E93-AC745AF12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FCCA3-64C6-9130-262A-948179782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A1FF1-C97A-AD91-D426-CA3C7937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53436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42522-2BEB-5A92-D043-B95AB79B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432CE-84A0-E285-A74A-7EB0A6E00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A87FF-8216-E50F-B117-94522008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4013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B704-60AF-150E-EF66-E81BE30E8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E84DA-93E1-8EFE-7FCE-ED03A33B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9D816-37A5-BED8-A1DC-9BAB68A26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4D2B5-1905-F638-4072-6F7245180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261FA-C1DE-6B00-74A0-EA7C3607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0FD7B-BF11-D268-8592-9656253B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5569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16C0-7ED1-E1A4-E83C-7620B762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516234-7D1C-AFD3-10ED-79A6A8E30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88018-73B3-AEA7-7A34-D8963B24A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1587B-8279-CE54-E612-94D09D41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BDF4F-C4D1-A5D0-9050-DE22BF6A9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A0072-96AC-45CB-9BBC-7F3966BC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2018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3C21-7A67-FF8D-5B94-32F05F7B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D82C5-501B-F7F9-EE1C-F4F3D1394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2FDDB-B481-3E17-5505-08F9A347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E797A-3A14-E385-BB3B-C9937C11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684F9-F404-C3A7-F63F-D6EFD660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9008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BDA78-F831-A2D6-A1A1-88ED4C13A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DAD80-593B-5066-0C46-2CC0DB537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3BF73-EC65-FAD9-EBF8-527DCDED2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F9A24-7249-6BD3-9A0C-34889FAA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5E268-CFFF-56C0-DD2B-FD8B2D31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330495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D9241-78E4-C302-A805-679A4396C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C4CFE-CC16-0EC8-EB43-AC294F93C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BAD8F-78A5-1DFB-8100-3A948F7E3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61794-9F5B-2F48-81C6-C0AF6F70DF6B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CB4B9-41D7-69FE-5949-CBA9C0E7F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13EAF-023D-82C9-F8EF-88B36B66D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E311E-8B05-7A4C-BCAA-142BFAAD7E8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79201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oorlogvoorderechter.nl/" TargetMode="External"/><Relationship Id="rId4" Type="http://schemas.openxmlformats.org/officeDocument/2006/relationships/image" Target="../media/image9.jpeg"/><Relationship Id="rId5" Type="http://schemas.openxmlformats.org/officeDocument/2006/relationships/image" Target="../media/image10.jpe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B473F-D52F-CDCD-5203-27991AEB46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D57D5-8F55-E875-DBF5-3DD1D0BACC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914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3BFC5-4D07-564C-F6BB-0FBD9C11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867061" cy="1499616"/>
          </a:xfrm>
        </p:spPr>
        <p:txBody>
          <a:bodyPr>
            <a:normAutofit/>
          </a:bodyPr>
          <a:lstStyle/>
          <a:p>
            <a:r>
              <a:rPr lang="nl-NL"/>
              <a:t>Opdracht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593850-8528-0A25-77BE-02AE311F7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  <a:solidFill>
            <a:schemeClr val="accent1"/>
          </a:solidFill>
        </p:spPr>
        <p:txBody>
          <a:bodyPr anchor="ctr">
            <a:normAutofit/>
          </a:bodyPr>
          <a:lstStyle/>
          <a:p>
            <a:r>
              <a:rPr lang="nl-NL" sz="2000" dirty="0">
                <a:solidFill>
                  <a:srgbClr val="FFFFFF"/>
                </a:solidFill>
              </a:rPr>
              <a:t>- Welke geloven ken je met één God?</a:t>
            </a:r>
          </a:p>
          <a:p>
            <a:r>
              <a:rPr lang="nl-NL" sz="2000" dirty="0">
                <a:solidFill>
                  <a:srgbClr val="FFFFFF"/>
                </a:solidFill>
              </a:rPr>
              <a:t>- In welke religie(s) speelt Jezus een rol?</a:t>
            </a:r>
          </a:p>
          <a:p>
            <a:r>
              <a:rPr lang="nl-NL" sz="2000" dirty="0">
                <a:solidFill>
                  <a:srgbClr val="FFFFFF"/>
                </a:solidFill>
              </a:rPr>
              <a:t>- Ken je mensen die gelovig zijn? Zo ja, welke geloven hebben ze?</a:t>
            </a:r>
          </a:p>
          <a:p>
            <a:r>
              <a:rPr lang="nl-NL" sz="2000" dirty="0">
                <a:solidFill>
                  <a:srgbClr val="FFFFFF"/>
                </a:solidFill>
              </a:rPr>
              <a:t>- Op welk geloof is deze school gebaseerd?</a:t>
            </a:r>
          </a:p>
          <a:p>
            <a:r>
              <a:rPr lang="nl-NL" sz="2000" b="1" dirty="0">
                <a:solidFill>
                  <a:srgbClr val="FFFFFF"/>
                </a:solidFill>
              </a:rPr>
              <a:t>KLAAR?! Begin dan met de opdracht achterin het stencil</a:t>
            </a:r>
          </a:p>
        </p:txBody>
      </p:sp>
    </p:spTree>
    <p:extLst>
      <p:ext uri="{BB962C8B-B14F-4D97-AF65-F5344CB8AC3E}">
        <p14:creationId xmlns:p14="http://schemas.microsoft.com/office/powerpoint/2010/main" val="227483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5F2ACD-4CB6-FC50-CCEF-9D8A4F59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gaan we doen?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FE44F9-E8E9-0426-A847-83967905F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</a:t>
            </a:r>
            <a:r>
              <a:rPr lang="nl-NL" dirty="0" err="1"/>
              <a:t>Abrahmische</a:t>
            </a:r>
            <a:r>
              <a:rPr lang="nl-NL" dirty="0"/>
              <a:t> geloven: Jodendom, Christendom, Islam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Bespreken actualiteiten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Lezen van teksten uit de Heilige boeken van deze geloven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Creatieve beoordelingsopdracht </a:t>
            </a:r>
          </a:p>
        </p:txBody>
      </p:sp>
    </p:spTree>
    <p:extLst>
      <p:ext uri="{BB962C8B-B14F-4D97-AF65-F5344CB8AC3E}">
        <p14:creationId xmlns:p14="http://schemas.microsoft.com/office/powerpoint/2010/main" val="3525629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BDE68B-CFCB-9E3B-3AD3-DCE65CB0D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8901" y="-22303"/>
            <a:ext cx="6823099" cy="1628737"/>
          </a:xfrm>
        </p:spPr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BF38CF1-BAA5-7473-3F32-4F58112BD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676" y="1606434"/>
            <a:ext cx="5027048" cy="4023360"/>
          </a:xfrm>
        </p:spPr>
        <p:txBody>
          <a:bodyPr>
            <a:normAutofit/>
          </a:bodyPr>
          <a:lstStyle/>
          <a:p>
            <a:endParaRPr lang="nl-NL" sz="2000" dirty="0"/>
          </a:p>
        </p:txBody>
      </p:sp>
      <p:pic>
        <p:nvPicPr>
          <p:cNvPr id="1028" name="Picture 4" descr="Biography of King David, Biblical Jewish Leader">
            <a:extLst>
              <a:ext uri="{FF2B5EF4-FFF2-40B4-BE49-F238E27FC236}">
                <a16:creationId xmlns:a16="http://schemas.microsoft.com/office/drawing/2014/main" id="{75E7D782-2ED1-A4B2-058B-1B4AB1B72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3" r="34080" b="-1"/>
          <a:stretch>
            <a:fillRect/>
          </a:stretch>
        </p:blipFill>
        <p:spPr bwMode="auto">
          <a:xfrm>
            <a:off x="3708981" y="73465"/>
            <a:ext cx="3021980" cy="305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oses Parting the Red Sea Bible Story Study Guide">
            <a:extLst>
              <a:ext uri="{FF2B5EF4-FFF2-40B4-BE49-F238E27FC236}">
                <a16:creationId xmlns:a16="http://schemas.microsoft.com/office/drawing/2014/main" id="{E908E9DE-C227-CF4A-B1BA-4C4E6E41B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9" r="35055" b="-3"/>
          <a:stretch>
            <a:fillRect/>
          </a:stretch>
        </p:blipFill>
        <p:spPr bwMode="auto">
          <a:xfrm>
            <a:off x="5308820" y="3032148"/>
            <a:ext cx="3191398" cy="382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+ Thousand Abraham Stars Royalty-Free Images, Stock Photos &amp; Pictures |  Shutterstock">
            <a:extLst>
              <a:ext uri="{FF2B5EF4-FFF2-40B4-BE49-F238E27FC236}">
                <a16:creationId xmlns:a16="http://schemas.microsoft.com/office/drawing/2014/main" id="{2244C48E-A7AC-88DA-4907-0FCD720CF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1" r="14793" b="2"/>
          <a:stretch>
            <a:fillRect/>
          </a:stretch>
        </p:blipFill>
        <p:spPr bwMode="auto">
          <a:xfrm>
            <a:off x="8537704" y="3127916"/>
            <a:ext cx="3134020" cy="373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en of the Scripture: ESAU - Davao Catholic Herald">
            <a:extLst>
              <a:ext uri="{FF2B5EF4-FFF2-40B4-BE49-F238E27FC236}">
                <a16:creationId xmlns:a16="http://schemas.microsoft.com/office/drawing/2014/main" id="{CD63E594-DA09-D076-F66C-9DCBA7621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27917"/>
            <a:ext cx="4986070" cy="363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5C81E62-47BF-03DE-6717-C6B3CBBA2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9" r="10660" b="2"/>
          <a:stretch>
            <a:fillRect/>
          </a:stretch>
        </p:blipFill>
        <p:spPr bwMode="auto">
          <a:xfrm>
            <a:off x="6817245" y="40341"/>
            <a:ext cx="5012685" cy="318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F2C400CA-F267-9F53-1732-AD4D44297B7D}"/>
              </a:ext>
            </a:extLst>
          </p:cNvPr>
          <p:cNvSpPr txBox="1"/>
          <p:nvPr/>
        </p:nvSpPr>
        <p:spPr>
          <a:xfrm>
            <a:off x="89210" y="94784"/>
            <a:ext cx="34122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/>
              <a:t>Opdracht: Koppel de volgende personen aan de juiste afbeelding. Leg elk antwoord kort uit.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B569B279-535D-353D-E8AD-2EF434F14B6C}"/>
              </a:ext>
            </a:extLst>
          </p:cNvPr>
          <p:cNvSpPr txBox="1"/>
          <p:nvPr/>
        </p:nvSpPr>
        <p:spPr>
          <a:xfrm>
            <a:off x="920023" y="1418223"/>
            <a:ext cx="14340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UcParenR"/>
            </a:pPr>
            <a:r>
              <a:rPr lang="nl-NL" b="1" dirty="0">
                <a:solidFill>
                  <a:srgbClr val="FF0000"/>
                </a:solidFill>
              </a:rPr>
              <a:t>David</a:t>
            </a:r>
          </a:p>
          <a:p>
            <a:pPr marL="342900" indent="-342900">
              <a:buAutoNum type="alphaUcParenR"/>
            </a:pPr>
            <a:r>
              <a:rPr lang="nl-NL" b="1" dirty="0">
                <a:solidFill>
                  <a:srgbClr val="FF0000"/>
                </a:solidFill>
              </a:rPr>
              <a:t>Abraham</a:t>
            </a:r>
          </a:p>
          <a:p>
            <a:pPr marL="342900" indent="-342900">
              <a:buAutoNum type="alphaUcParenR"/>
            </a:pPr>
            <a:r>
              <a:rPr lang="nl-NL" b="1" dirty="0">
                <a:solidFill>
                  <a:srgbClr val="FF0000"/>
                </a:solidFill>
              </a:rPr>
              <a:t>Jozef</a:t>
            </a:r>
          </a:p>
          <a:p>
            <a:pPr marL="342900" indent="-342900">
              <a:buAutoNum type="alphaUcParenR"/>
            </a:pPr>
            <a:r>
              <a:rPr lang="nl-NL" b="1" dirty="0">
                <a:solidFill>
                  <a:srgbClr val="FF0000"/>
                </a:solidFill>
              </a:rPr>
              <a:t>Jakob</a:t>
            </a:r>
          </a:p>
          <a:p>
            <a:pPr marL="342900" indent="-342900">
              <a:buAutoNum type="alphaUcParenR"/>
            </a:pPr>
            <a:r>
              <a:rPr lang="nl-NL" b="1" dirty="0">
                <a:solidFill>
                  <a:srgbClr val="FF0000"/>
                </a:solidFill>
              </a:rPr>
              <a:t>Mozes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E4CB1-F6E8-33A0-3475-2F2EA44E6B46}"/>
              </a:ext>
            </a:extLst>
          </p:cNvPr>
          <p:cNvSpPr txBox="1"/>
          <p:nvPr/>
        </p:nvSpPr>
        <p:spPr>
          <a:xfrm>
            <a:off x="5467611" y="1929008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436BD-551C-09B4-DB0C-FAB910D88AAE}"/>
              </a:ext>
            </a:extLst>
          </p:cNvPr>
          <p:cNvSpPr txBox="1"/>
          <p:nvPr/>
        </p:nvSpPr>
        <p:spPr>
          <a:xfrm>
            <a:off x="8668011" y="2373682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600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B0089-D532-6D1D-2B9A-97A5E4361F5D}"/>
              </a:ext>
            </a:extLst>
          </p:cNvPr>
          <p:cNvSpPr txBox="1"/>
          <p:nvPr/>
        </p:nvSpPr>
        <p:spPr>
          <a:xfrm>
            <a:off x="520276" y="5445128"/>
            <a:ext cx="4844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4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E089F-DFE6-ED10-2BB5-0B9766188936}"/>
              </a:ext>
            </a:extLst>
          </p:cNvPr>
          <p:cNvSpPr txBox="1"/>
          <p:nvPr/>
        </p:nvSpPr>
        <p:spPr>
          <a:xfrm>
            <a:off x="7146099" y="4174342"/>
            <a:ext cx="468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40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AABDEF-91B6-8038-939E-2FDD775F8D95}"/>
              </a:ext>
            </a:extLst>
          </p:cNvPr>
          <p:cNvSpPr txBox="1"/>
          <p:nvPr/>
        </p:nvSpPr>
        <p:spPr>
          <a:xfrm>
            <a:off x="8979315" y="3807912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200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343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656-25EF-BA67-005E-ABCB25CBF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Tenach (het Joodse verhaal)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B52C3C-64BE-0394-E1B2-7F56B38E0A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2662" y="738016"/>
          <a:ext cx="11975370" cy="5381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733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24383E-CEBC-3272-FC27-90E810FC3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belang van Regels </a:t>
            </a:r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1958F67A-B1AE-1B91-E07F-631D114638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kstvak 4">
            <a:extLst>
              <a:ext uri="{FF2B5EF4-FFF2-40B4-BE49-F238E27FC236}">
                <a16:creationId xmlns:a16="http://schemas.microsoft.com/office/drawing/2014/main" id="{0E3C9F6E-D581-6389-AADC-51349F2DCC77}"/>
              </a:ext>
            </a:extLst>
          </p:cNvPr>
          <p:cNvSpPr txBox="1"/>
          <p:nvPr/>
        </p:nvSpPr>
        <p:spPr>
          <a:xfrm>
            <a:off x="457200" y="1978224"/>
            <a:ext cx="3735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“Ja, ik heb meer inzicht dan mijn leraren, want ik denk altijd aan uw wetten.”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244686F-2026-0231-2986-B3D6C40D28C4}"/>
              </a:ext>
            </a:extLst>
          </p:cNvPr>
          <p:cNvSpPr txBox="1"/>
          <p:nvPr/>
        </p:nvSpPr>
        <p:spPr>
          <a:xfrm>
            <a:off x="7621858" y="787047"/>
            <a:ext cx="3122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“Maar zijn vreugde is in de wet van de Heer, en over Zijn wet mediteert hij dag en nacht”.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6C5ED-554B-E3B0-4C37-1EE1FA73B7C2}"/>
              </a:ext>
            </a:extLst>
          </p:cNvPr>
          <p:cNvSpPr txBox="1"/>
          <p:nvPr/>
        </p:nvSpPr>
        <p:spPr>
          <a:xfrm>
            <a:off x="8467596" y="2834879"/>
            <a:ext cx="3212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“De wet van de Heer is </a:t>
            </a:r>
            <a:r>
              <a:rPr lang="en-GB" dirty="0" err="1"/>
              <a:t>volmaakt</a:t>
            </a:r>
            <a:r>
              <a:rPr lang="en-GB" dirty="0"/>
              <a:t>, </a:t>
            </a:r>
            <a:r>
              <a:rPr lang="en-GB" dirty="0" err="1"/>
              <a:t>zij</a:t>
            </a:r>
            <a:r>
              <a:rPr lang="en-GB" dirty="0"/>
              <a:t> </a:t>
            </a:r>
            <a:r>
              <a:rPr lang="en-GB" dirty="0" err="1"/>
              <a:t>geneest</a:t>
            </a:r>
            <a:r>
              <a:rPr lang="en-GB" dirty="0"/>
              <a:t> de </a:t>
            </a:r>
            <a:r>
              <a:rPr lang="en-GB" dirty="0" err="1"/>
              <a:t>ziel</a:t>
            </a:r>
            <a:r>
              <a:rPr lang="en-GB" dirty="0"/>
              <a:t>”</a:t>
            </a:r>
            <a:endParaRPr lang="en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1B313-AED8-9457-AA2B-A0E93DD6A6B9}"/>
              </a:ext>
            </a:extLst>
          </p:cNvPr>
          <p:cNvSpPr txBox="1"/>
          <p:nvPr/>
        </p:nvSpPr>
        <p:spPr>
          <a:xfrm>
            <a:off x="2325028" y="3870542"/>
            <a:ext cx="2065345" cy="538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L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F7091E22-3F40-67A8-A38C-E421801B6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3429000"/>
            <a:ext cx="37545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defTabSz="914400"/>
            <a:r>
              <a:rPr lang="en-NL" altLang="en-NL" dirty="0">
                <a:latin typeface="+mn-lt"/>
              </a:rPr>
              <a:t>“Uw wil te doen, mijn God, verlang ik,</a:t>
            </a:r>
            <a:br>
              <a:rPr lang="en-NL" altLang="en-NL" dirty="0">
                <a:latin typeface="+mn-lt"/>
              </a:rPr>
            </a:br>
            <a:r>
              <a:rPr lang="en-NL" altLang="en-NL" dirty="0">
                <a:latin typeface="+mn-lt"/>
              </a:rPr>
              <a:t>diep in mij koester ik uw wet.”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870B21-F182-4A84-C962-A4EAAD948D1E}"/>
              </a:ext>
            </a:extLst>
          </p:cNvPr>
          <p:cNvSpPr txBox="1"/>
          <p:nvPr/>
        </p:nvSpPr>
        <p:spPr>
          <a:xfrm>
            <a:off x="8592855" y="4231257"/>
            <a:ext cx="30876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altLang="en-NL" dirty="0"/>
              <a:t>“ Maar houd u altijd aan de geboden die hij u gegeven heeft: heb de Heer, uw God, lief en volg de weg die Hij u wijst, dien Hem met hart en ziel” </a:t>
            </a:r>
          </a:p>
          <a:p>
            <a:endParaRPr lang="en-NL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790A0221-8831-CB83-B0B5-BCEECFAE8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F65A30-ABF2-C6F4-D23C-D295BFFE2F2E}"/>
              </a:ext>
            </a:extLst>
          </p:cNvPr>
          <p:cNvSpPr txBox="1"/>
          <p:nvPr/>
        </p:nvSpPr>
        <p:spPr>
          <a:xfrm>
            <a:off x="184731" y="3613759"/>
            <a:ext cx="403992" cy="519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L" dirty="0"/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89AA3448-BBD5-B621-1D3D-D6CFD2E11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4" y="4508255"/>
            <a:ext cx="308766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dirty="0"/>
              <a:t>“Leg dat wetboek geen moment terzijde en verdiep je er dag en nacht in, opdat je je aan alles houdt wat erin geschreven staat”. </a:t>
            </a:r>
          </a:p>
        </p:txBody>
      </p:sp>
    </p:spTree>
    <p:extLst>
      <p:ext uri="{BB962C8B-B14F-4D97-AF65-F5344CB8AC3E}">
        <p14:creationId xmlns:p14="http://schemas.microsoft.com/office/powerpoint/2010/main" val="177760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6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20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14" grpId="0"/>
      <p:bldP spid="15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195B1-EE08-02B2-BD49-179B27FC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027048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Verbond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4705F-2C20-4FB5-2861-6AC8572EC0CC}"/>
              </a:ext>
            </a:extLst>
          </p:cNvPr>
          <p:cNvSpPr txBox="1"/>
          <p:nvPr/>
        </p:nvSpPr>
        <p:spPr>
          <a:xfrm>
            <a:off x="1024129" y="2286000"/>
            <a:ext cx="5027048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0" marR="0" lvl="0" indent="1270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Tx/>
              <a:buNone/>
              <a:tabLst/>
            </a:pPr>
            <a:r>
              <a:rPr kumimoji="0" lang="en-US" altLang="en-NL" b="0" i="0" u="none" strike="noStrike" cap="none" normalizeH="0" baseline="0">
                <a:ln>
                  <a:noFill/>
                </a:ln>
                <a:effectLst/>
              </a:rPr>
              <a:t>Vraag me toch niet langer u te verlaten en terug te gaan, weg van u. Waar u gaat, zal ik gaan, waar u slaapt, zal ik slapen; uw volk is mijn volk en uw God is mijn God.  Waar u sterft, zal ook ik sterven, en daar zal ik begraven worden. Alleen de dood zal mij van u scheiden, en anders mag de HEER met mij doen wat Hij wil</a:t>
            </a:r>
          </a:p>
        </p:txBody>
      </p:sp>
      <p:pic>
        <p:nvPicPr>
          <p:cNvPr id="5" name="Content Placeholder 4" descr="A cartoon of hands and a lock&#10;&#10;AI-generated content may be incorrect.">
            <a:extLst>
              <a:ext uri="{FF2B5EF4-FFF2-40B4-BE49-F238E27FC236}">
                <a16:creationId xmlns:a16="http://schemas.microsoft.com/office/drawing/2014/main" id="{E0AD7BC7-4303-3CD2-B303-D20E4BF15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79" r="14243" b="-4"/>
          <a:stretch>
            <a:fillRect/>
          </a:stretch>
        </p:blipFill>
        <p:spPr>
          <a:xfrm>
            <a:off x="6408277" y="481264"/>
            <a:ext cx="2213811" cy="285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3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C682-5673-AAEB-54BD-44D4804B6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6025896" cy="1499616"/>
          </a:xfrm>
        </p:spPr>
        <p:txBody>
          <a:bodyPr>
            <a:normAutofit/>
          </a:bodyPr>
          <a:lstStyle/>
          <a:p>
            <a:r>
              <a:rPr lang="en-NL" sz="4800" dirty="0">
                <a:solidFill>
                  <a:srgbClr val="FFFFFF"/>
                </a:solidFill>
              </a:rPr>
              <a:t>Onderdruking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8D0D4ADD-483F-DC82-12D4-F240F1C73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6025896" cy="3931920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1800" spc="3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https://oorlogvoorderechter.nl</a:t>
            </a:r>
            <a:endParaRPr lang="en-US" sz="1800" spc="3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3074" name="Picture 2" descr="Amsterdam, Nationaal Holocaust Namenmonument">
            <a:extLst>
              <a:ext uri="{FF2B5EF4-FFF2-40B4-BE49-F238E27FC236}">
                <a16:creationId xmlns:a16="http://schemas.microsoft.com/office/drawing/2014/main" id="{E03BFB1F-1E9A-D11B-3628-F5E320D93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19" r="17546" b="1"/>
          <a:stretch>
            <a:fillRect/>
          </a:stretch>
        </p:blipFill>
        <p:spPr bwMode="auto">
          <a:xfrm>
            <a:off x="7681889" y="387296"/>
            <a:ext cx="2370334" cy="359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458F66-0466-FD6C-3AB1-F33E6ED4EC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" b="15182"/>
          <a:stretch>
            <a:fillRect/>
          </a:stretch>
        </p:blipFill>
        <p:spPr>
          <a:xfrm>
            <a:off x="10216118" y="387296"/>
            <a:ext cx="1588586" cy="2182189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39BC0A-4901-BBD9-48CD-B7675D9E9B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54" b="4"/>
          <a:stretch>
            <a:fillRect/>
          </a:stretch>
        </p:blipFill>
        <p:spPr>
          <a:xfrm>
            <a:off x="7681888" y="4141157"/>
            <a:ext cx="4122816" cy="232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43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383</Words>
  <Application>Microsoft Macintosh PowerPoint</Application>
  <PresentationFormat>Widescreen</PresentationFormat>
  <Paragraphs>43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Opdracht</vt:lpstr>
      <vt:lpstr>Wat gaan we doen?</vt:lpstr>
      <vt:lpstr>PowerPoint Presentation</vt:lpstr>
      <vt:lpstr>Tenach (het Joodse verhaal)</vt:lpstr>
      <vt:lpstr>Het belang van Regels </vt:lpstr>
      <vt:lpstr>Verbond</vt:lpstr>
      <vt:lpstr>Onderdruking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de Jeger</dc:creator>
  <cp:lastModifiedBy>Alexander de Jeger</cp:lastModifiedBy>
  <cp:revision>1</cp:revision>
  <dcterms:created xsi:type="dcterms:W3CDTF">2026-03-04T18:25:05Z</dcterms:created>
  <dcterms:modified xsi:type="dcterms:W3CDTF">2026-03-04T18:27:03Z</dcterms:modified>
</cp:coreProperties>
</file>