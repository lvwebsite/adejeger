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54864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384048" cy="38404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743200"/>
            <a:ext cx="384048" cy="38404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5029200"/>
            <a:ext cx="384048" cy="38404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80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96012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Kerstmis</a:t>
            </a:r>
            <a:endParaRPr lang="en-US" sz="7600" dirty="0"/>
          </a:p>
        </p:txBody>
      </p:sp>
      <p:sp>
        <p:nvSpPr>
          <p:cNvPr id="10" name="Shape 8"/>
          <p:cNvSpPr/>
          <p:nvPr/>
        </p:nvSpPr>
        <p:spPr>
          <a:xfrm>
            <a:off x="1097280" y="3749040"/>
            <a:ext cx="64008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31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kerstverhaal — Lukas 1 &amp;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54864" cy="1362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🎵  Het kerstlied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0299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Luister naar het kerstlied.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2644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minstens 10 woorden op die je hoort of opvallen.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448056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49884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daarna in twee à drie zinnen op waar het lied over gaat. Gebruik je 10 woorden.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het lied: bespreek kort met je buurman/vrouw.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54864" cy="1362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De bijbeltekst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2885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6596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7632" y="1984248"/>
            <a:ext cx="9372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krijgt een uitgedrukte bijbeltekst van Lukas 1 &amp; 2.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05840" y="297180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27632" y="2990088"/>
            <a:ext cx="9372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nummer de plaatjes op het bord — onthoud welk nummer welk plaatje is.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05840" y="397764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77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27632" y="3995928"/>
            <a:ext cx="9372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in jouw tekst de passage die bij elk plaatje hoort.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05840" y="498348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83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27632" y="5001768"/>
            <a:ext cx="9372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het versnummer (bijv. "Luk 2:7") naast het juiste plaatje.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lees de tekst rustig door en let op namen en plaatsen.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/sessions/funny-cool-noether/mnt/outputs/kerst_slide4_Picture_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28600"/>
            <a:ext cx="562356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38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38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1" descr="/sessions/funny-cool-noether/mnt/outputs/kerst_slide4_Picture_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"/>
            <a:ext cx="5623560" cy="3108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10528" y="338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510528" y="338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0" name="Image 2" descr="/sessions/funny-cool-noether/mnt/outputs/kerst_slide4_Picture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3566160"/>
            <a:ext cx="5623560" cy="31089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74320" y="3675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274320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3" name="Image 3" descr="/sessions/funny-cool-noether/mnt/outputs/kerst_slide4_Picture_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566160"/>
            <a:ext cx="5623560" cy="31089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510528" y="3675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510528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8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54864" cy="1362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Jouw kerst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hoe jij kerstavond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eerste kerstdag viert.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aan: wie is er bij jou?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eten jullie?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 je overdag?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395728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minstens 5 zinnen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wat jij doet met kerst.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woorden zoals: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"bij ons thuis", "traditie",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"samen", "elk jaar"…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201168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Vertel het</a:t>
            </a:r>
            <a:endParaRPr lang="en-US" sz="5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 de klas.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578815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20624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5ED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doe jij met kerst?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4114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1E3149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420624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5ED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valt je op aan het kerstverhaal van Lukas?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kies een leerling.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2026-06-28T13:12:54Z</dcterms:created>
  <dcterms:modified xsi:type="dcterms:W3CDTF">2026-06-28T13:12:54Z</dcterms:modified>
</cp:coreProperties>
</file>