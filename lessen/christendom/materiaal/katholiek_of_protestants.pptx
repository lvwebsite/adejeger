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06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31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8869680" y="128016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3 HAVO/VWO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600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Katholiek vs. Protestant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kerkgebouw als spiegel van het geloof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7955280" cy="1371600"/>
          </a:xfrm>
          <a:prstGeom prst="roundRect">
            <a:avLst>
              <a:gd name="adj" fmla="val 8000"/>
            </a:avLst>
          </a:prstGeom>
          <a:solidFill>
            <a:srgbClr val="1E274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2976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40690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Lesdoel  </a:t>
            </a:r>
            <a:r>
              <a:rPr lang="en-US" sz="14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minstens drie kernverschillen aanwijzen tussen katholiek en protestant — in geloof én in praktijk — en uitleggen waarom een verschil in de kerkruimte samenhangt met een verschil in overtuiging.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132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 Start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27632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· in stilte · schrijf in je schrift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051560" y="2121408"/>
            <a:ext cx="548640" cy="548640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051560" y="2121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20482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OPHALEN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828800" y="23042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uit je hoofd twee dingen die je al weet over het verschil tussen katholiek en protestant.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081528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1051560" y="3282696"/>
            <a:ext cx="548640" cy="548640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051560" y="3282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28800" y="32095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OPHALEN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828800" y="346557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betekende het begrip sacrament ook alweer? Omschrijf het in je eigen woorden.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4242816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4"/>
          <p:cNvSpPr/>
          <p:nvPr/>
        </p:nvSpPr>
        <p:spPr>
          <a:xfrm>
            <a:off x="1051560" y="4443984"/>
            <a:ext cx="548640" cy="548640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5"/>
          <p:cNvSpPr/>
          <p:nvPr/>
        </p:nvSpPr>
        <p:spPr>
          <a:xfrm>
            <a:off x="1051560" y="4443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828800" y="43708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NADENKEN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828800" y="4626864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kerk hangt vol beelden, schilderijen en kaarsen. De andere is wit, kaal en sober — alleen een grote kansel met een Bijbel. Wat zegt die keuze over wat mensen geloven?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132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ga je vandaag kunnen?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7314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1188720" y="178308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Lesdoel
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kan minstens drie kernverschillen aanwijzen tussen katholiek en protestant — in geloof én in praktijk — en uitleggen waarom een verschil in de kerkruimte samenhangt met een verschil in overtuiging.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thema's die de hele les terugkomen: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8404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6"/>
          <p:cNvSpPr/>
          <p:nvPr/>
        </p:nvSpPr>
        <p:spPr>
          <a:xfrm>
            <a:off x="1563624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4187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6177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Sacramenten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017520" y="38404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9"/>
          <p:cNvSpPr/>
          <p:nvPr/>
        </p:nvSpPr>
        <p:spPr>
          <a:xfrm>
            <a:off x="3758184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41879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46177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van de voorganger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212080" y="38404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2"/>
          <p:cNvSpPr/>
          <p:nvPr/>
        </p:nvSpPr>
        <p:spPr>
          <a:xfrm>
            <a:off x="5952744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41879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46177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Iconografie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406640" y="38404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5"/>
          <p:cNvSpPr/>
          <p:nvPr/>
        </p:nvSpPr>
        <p:spPr>
          <a:xfrm>
            <a:off x="8147304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176" y="41879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46177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Liturgie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9601200" y="38404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18"/>
          <p:cNvSpPr/>
          <p:nvPr/>
        </p:nvSpPr>
        <p:spPr>
          <a:xfrm>
            <a:off x="10341864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0736" y="418795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92640" y="46177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 &amp; traditie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het lesdoel in één zin in je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je eigen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woorden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132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 werkt de 3D-kerkverkenner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Shape 3"/>
          <p:cNvSpPr/>
          <p:nvPr/>
        </p:nvSpPr>
        <p:spPr>
          <a:xfrm>
            <a:off x="1728216" y="2057400"/>
            <a:ext cx="731520" cy="73152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" y="221284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9260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Wissel van kerk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87552" y="3310128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Bovenaan schakel je tussen de Katholieke kerk en de Protestantse kerk.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566160" y="178308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7"/>
          <p:cNvSpPr/>
          <p:nvPr/>
        </p:nvSpPr>
        <p:spPr>
          <a:xfrm>
            <a:off x="4471416" y="2057400"/>
            <a:ext cx="731520" cy="73152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22128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29260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 &amp; beweeg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730752" y="3310128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of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pijltjes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 te lopen, muis slepen om rond te kijken.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9360" y="178308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1"/>
          <p:cNvSpPr/>
          <p:nvPr/>
        </p:nvSpPr>
        <p:spPr>
          <a:xfrm>
            <a:off x="7214616" y="2057400"/>
            <a:ext cx="731520" cy="73152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221284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29260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de gele bolletjes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73952" y="3310128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bolletje opent uitleg + een vergelijking met de andere traditie.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052560" y="178308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5"/>
          <p:cNvSpPr/>
          <p:nvPr/>
        </p:nvSpPr>
        <p:spPr>
          <a:xfrm>
            <a:off x="9957816" y="2057400"/>
            <a:ext cx="731520" cy="73152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22128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89720" y="292608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Beantwoord de vragen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217152" y="3310128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Onderaan: meerkeuze + twee vergelijkingsvragen.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22960" y="434340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E7ED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66344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783080" y="448056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— wat 'protestants' hier betekent.  </a:t>
            </a: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protestantse kerk in de verkenner is een hervormde kerk, maar staat model voor het hele protestantisme. Andere protestantse kerken (baptisten, lutheranen, evangelisch) delen de kern, maar kunnen onderling verschillen.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31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44000" y="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 de slag — verken zelfstandig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41248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· laptop · rustig werkklimaat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3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3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00200" y="21945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Verken BEIDE kerken — loop rond en klik alle gele bolletjes aan.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310896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3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3063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Beantwoord de meerkeuzevragen en de twee vergelijkingsvragen.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3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931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Halverwege: stop even en schrijf in je schrift — één verschil in praktijk (wat je ziet) én één verschil in geloof (wat mensen denken).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1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een katholieke kerk staat het altaar centraal; in een protestantse kerk de kansel.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2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Protestanten hebben zeven sacramenten.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3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Beelden en iconen ontbreken vaak in protestantse kerken vanwege het tweede gebod.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4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katholieke priester en een protestantse dominee hebben precies dezelfde rol.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5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'Sola scriptura' betekent dat alleen de Bijbel het hoogste gezag heeft.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6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Voor katholieken telt naast de Bijbel ook de traditie en het kerkelijk leergezag.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66928" cy="566928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0" y="658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 of groen?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778240" y="731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 7 van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9784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8869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inrichting van een kerk zegt niets over wat mensen geloven.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60520" y="5074920"/>
            <a:ext cx="457200" cy="457200"/>
          </a:xfrm>
          <a:prstGeom prst="ellipse">
            <a:avLst/>
          </a:prstGeom>
          <a:solidFill>
            <a:srgbClr val="2E7D52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5175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= eens / waar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1846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5074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= oneens / onwaar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132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 schoenen van…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27632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tweetallen · kort · eerst invoelen, dan pas oordelen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166360" cy="2743200"/>
          </a:xfrm>
          <a:prstGeom prst="roundRect">
            <a:avLst>
              <a:gd name="adj" fmla="val 3333"/>
            </a:avLst>
          </a:prstGeom>
          <a:solidFill>
            <a:srgbClr val="F3ECD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4"/>
          <p:cNvSpPr/>
          <p:nvPr/>
        </p:nvSpPr>
        <p:spPr>
          <a:xfrm>
            <a:off x="11430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Persoon A — katholiek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27889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één zin uit waarom de beelden, kaarsen en rituelen je juist hélpen in je geloof.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166360" cy="2743200"/>
          </a:xfrm>
          <a:prstGeom prst="roundRect">
            <a:avLst>
              <a:gd name="adj" fmla="val 3333"/>
            </a:avLst>
          </a:prstGeom>
          <a:solidFill>
            <a:srgbClr val="E7EDF2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Text 7"/>
          <p:cNvSpPr/>
          <p:nvPr/>
        </p:nvSpPr>
        <p:spPr>
          <a:xfrm>
            <a:off x="649224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Persoon B — protestant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92240" y="27889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één zin uit waarom jouw kerk juist kaal en sober is — en wat dáár het mooie van is.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983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143000" y="49834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Spelregel: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hoeft het niet eens te zijn met de ander — je moet het standpunt wél correct kunnen verwoorden.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132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27632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· in stilte · in je schrift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097280" y="2171700"/>
            <a:ext cx="594360" cy="594360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097280" y="21717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965960" y="206654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 in PRAKTIJK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65960" y="23774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hoe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katholieke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protestansse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kerken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eruit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hoe ze God </a:t>
            </a:r>
            <a:r>
              <a:rPr lang="en-US" sz="1500" dirty="0" err="1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aanbidden</a:t>
            </a: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(bv. altaar vs. kansel, beelden vs. kale muren)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218688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1097280" y="3470148"/>
            <a:ext cx="594360" cy="594360"/>
          </a:xfrm>
          <a:prstGeom prst="ellipse">
            <a:avLst/>
          </a:prstGeom>
          <a:solidFill>
            <a:srgbClr val="27314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097280" y="34701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965960" y="33649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 in GELOOF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965960" y="367588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overtuigingen die verschillen. (bv. zeven vs. twee sacramenten; traditie + Bijbel vs. alleen de Bijbel)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4517136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27314E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4"/>
          <p:cNvSpPr/>
          <p:nvPr/>
        </p:nvSpPr>
        <p:spPr>
          <a:xfrm>
            <a:off x="1097280" y="4882896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5"/>
          <p:cNvSpPr/>
          <p:nvPr/>
        </p:nvSpPr>
        <p:spPr>
          <a:xfrm>
            <a:off x="1097280" y="4882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3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965960" y="46634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verbindingsvraag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65960" y="4974336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één verschil in praktijk en leg in één zin uit met welk verschil in geloof dat samenhangt.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731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vraag onder alle verschillen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463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Loopt de toegang tot God via de kerk en haar bemiddeling — of rechtstreeks via het Woord?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788920"/>
            <a:ext cx="9235440" cy="0"/>
          </a:xfrm>
          <a:prstGeom prst="line">
            <a:avLst/>
          </a:prstGeom>
          <a:noFill/>
          <a:ln w="381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53288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2642616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10661904" y="2642616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BEMIDDELING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katholiek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2011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 TOEGANG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4088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42900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1E274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123444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Katholiek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325880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priester als bemiddelaar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sacramenten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beelden, kaarsen, rituelen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Bijbel + traditie + leergezag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45352" y="342900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1E274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Text 13"/>
          <p:cNvSpPr/>
          <p:nvPr/>
        </p:nvSpPr>
        <p:spPr>
          <a:xfrm>
            <a:off x="6565392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Protestant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56832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dominee als verkondiger van het Woord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sacramenten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 ruimte, soberheid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scriptura — alleen de Bijbel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1911</Words>
  <Application>Microsoft Macintosh PowerPoint</Application>
  <PresentationFormat>Widescreen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Katholiek vs. Protestant — het kerkgebouw</dc:title>
  <dc:subject>PptxGenJS Presentation</dc:subject>
  <dc:creator>Levensbeschouwing</dc:creator>
  <cp:lastModifiedBy>Alexander de Jeger</cp:lastModifiedBy>
  <cp:revision>2</cp:revision>
  <dcterms:created xsi:type="dcterms:W3CDTF">2026-06-13T13:30:02Z</dcterms:created>
  <dcterms:modified xsi:type="dcterms:W3CDTF">2026-06-13T15:03:04Z</dcterms:modified>
</cp:coreProperties>
</file>